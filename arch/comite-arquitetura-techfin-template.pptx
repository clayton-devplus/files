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Proxima Nova"/>
      <p:regular r:id="rId25"/>
      <p:bold r:id="rId26"/>
      <p:italic r:id="rId27"/>
      <p:boldItalic r:id="rId28"/>
    </p:embeddedFont>
    <p:embeddedFont>
      <p:font typeface="Tahoma"/>
      <p:regular r:id="rId29"/>
      <p:bold r:id="rId30"/>
    </p:embeddedFont>
    <p:embeddedFont>
      <p:font typeface="Fustat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g+oal0xlVKSdTa/VAT4e+g9JIU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roximaNova-bold.fntdata"/><Relationship Id="rId25" Type="http://schemas.openxmlformats.org/officeDocument/2006/relationships/font" Target="fonts/ProximaNova-regular.fntdata"/><Relationship Id="rId28" Type="http://schemas.openxmlformats.org/officeDocument/2006/relationships/font" Target="fonts/ProximaNova-boldItalic.fntdata"/><Relationship Id="rId27" Type="http://schemas.openxmlformats.org/officeDocument/2006/relationships/font" Target="fonts/ProximaNova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Tahoma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Fustat-regular.fntdata"/><Relationship Id="rId30" Type="http://schemas.openxmlformats.org/officeDocument/2006/relationships/font" Target="fonts/Tahoma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Fusta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4"/>
          <p:cNvCxnSpPr/>
          <p:nvPr/>
        </p:nvCxnSpPr>
        <p:spPr>
          <a:xfrm>
            <a:off x="0" y="3997533"/>
            <a:ext cx="12192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24"/>
          <p:cNvSpPr txBox="1"/>
          <p:nvPr>
            <p:ph type="ctrTitle"/>
          </p:nvPr>
        </p:nvSpPr>
        <p:spPr>
          <a:xfrm>
            <a:off x="680600" y="1676400"/>
            <a:ext cx="10830900" cy="21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" type="subTitle"/>
          </p:nvPr>
        </p:nvSpPr>
        <p:spPr>
          <a:xfrm>
            <a:off x="680600" y="4243083"/>
            <a:ext cx="108309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25"/>
          <p:cNvCxnSpPr/>
          <p:nvPr/>
        </p:nvCxnSpPr>
        <p:spPr>
          <a:xfrm>
            <a:off x="0" y="3997533"/>
            <a:ext cx="12192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5"/>
          <p:cNvSpPr txBox="1"/>
          <p:nvPr>
            <p:ph type="title"/>
          </p:nvPr>
        </p:nvSpPr>
        <p:spPr>
          <a:xfrm>
            <a:off x="680600" y="2743200"/>
            <a:ext cx="108309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p27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5" name="Google Shape;45;p29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6" name="Google Shape;46;p2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0"/>
          <p:cNvSpPr txBox="1"/>
          <p:nvPr>
            <p:ph type="title"/>
          </p:nvPr>
        </p:nvSpPr>
        <p:spPr>
          <a:xfrm>
            <a:off x="653667" y="701800"/>
            <a:ext cx="77301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/>
          <p:nvPr/>
        </p:nvSpPr>
        <p:spPr>
          <a:xfrm>
            <a:off x="6096000" y="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" name="Google Shape;52;p31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31"/>
          <p:cNvSpPr txBox="1"/>
          <p:nvPr>
            <p:ph type="title"/>
          </p:nvPr>
        </p:nvSpPr>
        <p:spPr>
          <a:xfrm>
            <a:off x="354000" y="1607767"/>
            <a:ext cx="5393700" cy="20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4" name="Google Shape;54;p31"/>
          <p:cNvSpPr txBox="1"/>
          <p:nvPr>
            <p:ph idx="1" type="subTitle"/>
          </p:nvPr>
        </p:nvSpPr>
        <p:spPr>
          <a:xfrm>
            <a:off x="354000" y="3692001"/>
            <a:ext cx="53937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" name="Google Shape;55;p31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2"/>
          <p:cNvSpPr txBox="1"/>
          <p:nvPr>
            <p:ph idx="1" type="body"/>
          </p:nvPr>
        </p:nvSpPr>
        <p:spPr>
          <a:xfrm>
            <a:off x="415600" y="5649100"/>
            <a:ext cx="79983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</a:lstStyle>
          <a:p/>
        </p:txBody>
      </p:sp>
      <p:sp>
        <p:nvSpPr>
          <p:cNvPr id="59" name="Google Shape;59;p3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3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3"/>
          <p:cNvSpPr txBox="1"/>
          <p:nvPr>
            <p:ph hasCustomPrompt="1" type="title"/>
          </p:nvPr>
        </p:nvSpPr>
        <p:spPr>
          <a:xfrm>
            <a:off x="415600" y="1321967"/>
            <a:ext cx="11360700" cy="25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9pPr>
          </a:lstStyle>
          <a:p>
            <a:r>
              <a:t>xx%</a:t>
            </a:r>
          </a:p>
        </p:txBody>
      </p:sp>
      <p:sp>
        <p:nvSpPr>
          <p:cNvPr id="63" name="Google Shape;63;p33"/>
          <p:cNvSpPr txBox="1"/>
          <p:nvPr>
            <p:ph idx="1" type="body"/>
          </p:nvPr>
        </p:nvSpPr>
        <p:spPr>
          <a:xfrm>
            <a:off x="415600" y="4095067"/>
            <a:ext cx="113607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b="0" i="0" sz="37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b="0" i="0" sz="37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b="0" i="0" sz="37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b="0" i="0" sz="37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b="0" i="0" sz="37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b="0" i="0" sz="37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b="0" i="0" sz="37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b="0" i="0" sz="37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b="0" i="0" sz="37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roxima Nova"/>
              <a:buChar char="●"/>
              <a:defRPr b="0" i="0" sz="2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○"/>
              <a:defRPr b="0" i="0" sz="19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■"/>
              <a:defRPr b="0" i="0" sz="19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●"/>
              <a:defRPr b="0" i="0" sz="19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○"/>
              <a:defRPr b="0" i="0" sz="19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■"/>
              <a:defRPr b="0" i="0" sz="19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●"/>
              <a:defRPr b="0" i="0" sz="19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○"/>
              <a:defRPr b="0" i="0" sz="19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■"/>
              <a:defRPr b="0" i="0" sz="19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233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5399296" y="2644171"/>
            <a:ext cx="6590203" cy="140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rPr b="1" i="0" lang="en-US" sz="4267" u="none" cap="none" strike="noStrike">
                <a:solidFill>
                  <a:srgbClr val="FF6200"/>
                </a:solidFill>
                <a:latin typeface="Fustat"/>
                <a:ea typeface="Fustat"/>
                <a:cs typeface="Fustat"/>
                <a:sym typeface="Fustat"/>
              </a:rPr>
              <a:t>Comitê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rPr b="1" i="0" lang="en-US" sz="4267" u="none" cap="none" strike="noStrike">
                <a:solidFill>
                  <a:schemeClr val="lt1"/>
                </a:solidFill>
                <a:latin typeface="Fustat"/>
                <a:ea typeface="Fustat"/>
                <a:cs typeface="Fustat"/>
                <a:sym typeface="Fustat"/>
              </a:rPr>
              <a:t>Arquitetura TECHFIN</a:t>
            </a:r>
            <a:endParaRPr b="1" i="0" sz="4267" u="none" cap="none" strike="noStrike">
              <a:solidFill>
                <a:schemeClr val="lt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grpSp>
        <p:nvGrpSpPr>
          <p:cNvPr id="70" name="Google Shape;70;p1"/>
          <p:cNvGrpSpPr/>
          <p:nvPr/>
        </p:nvGrpSpPr>
        <p:grpSpPr>
          <a:xfrm>
            <a:off x="-3529264" y="-1588168"/>
            <a:ext cx="8367087" cy="8753763"/>
            <a:chOff x="1038310" y="393699"/>
            <a:chExt cx="6066768" cy="6066839"/>
          </a:xfrm>
        </p:grpSpPr>
        <p:sp>
          <p:nvSpPr>
            <p:cNvPr id="71" name="Google Shape;71;p1"/>
            <p:cNvSpPr/>
            <p:nvPr/>
          </p:nvSpPr>
          <p:spPr>
            <a:xfrm>
              <a:off x="1038310" y="393699"/>
              <a:ext cx="6066768" cy="6066839"/>
            </a:xfrm>
            <a:custGeom>
              <a:rect b="b" l="l" r="r" t="t"/>
              <a:pathLst>
                <a:path extrusionOk="0" h="6066839" w="6066768">
                  <a:moveTo>
                    <a:pt x="5997568" y="3497005"/>
                  </a:moveTo>
                  <a:cubicBezTo>
                    <a:pt x="6058298" y="3390726"/>
                    <a:pt x="6079008" y="3260815"/>
                    <a:pt x="6059887" y="3126077"/>
                  </a:cubicBezTo>
                  <a:cubicBezTo>
                    <a:pt x="5959579" y="2420240"/>
                    <a:pt x="5706937" y="1714023"/>
                    <a:pt x="5319810" y="1057736"/>
                  </a:cubicBezTo>
                  <a:cubicBezTo>
                    <a:pt x="5282393" y="994147"/>
                    <a:pt x="5236400" y="935258"/>
                    <a:pt x="5183927" y="882849"/>
                  </a:cubicBezTo>
                  <a:cubicBezTo>
                    <a:pt x="5131455" y="830377"/>
                    <a:pt x="5072630" y="784384"/>
                    <a:pt x="5009041" y="746967"/>
                  </a:cubicBezTo>
                  <a:cubicBezTo>
                    <a:pt x="4352754" y="359840"/>
                    <a:pt x="3646536" y="107198"/>
                    <a:pt x="2940700" y="6890"/>
                  </a:cubicBezTo>
                  <a:cubicBezTo>
                    <a:pt x="2805898" y="-12231"/>
                    <a:pt x="2676051" y="8415"/>
                    <a:pt x="2569772" y="69209"/>
                  </a:cubicBezTo>
                  <a:cubicBezTo>
                    <a:pt x="2289877" y="228977"/>
                    <a:pt x="2035837" y="423049"/>
                    <a:pt x="1811781" y="647105"/>
                  </a:cubicBezTo>
                  <a:lnTo>
                    <a:pt x="1667259" y="791626"/>
                  </a:lnTo>
                  <a:lnTo>
                    <a:pt x="1229439" y="1229447"/>
                  </a:lnTo>
                  <a:lnTo>
                    <a:pt x="791618" y="1667267"/>
                  </a:lnTo>
                  <a:lnTo>
                    <a:pt x="647096" y="1811789"/>
                  </a:lnTo>
                  <a:cubicBezTo>
                    <a:pt x="423040" y="2035845"/>
                    <a:pt x="228969" y="2289885"/>
                    <a:pt x="69201" y="2569780"/>
                  </a:cubicBezTo>
                  <a:cubicBezTo>
                    <a:pt x="8470" y="2676059"/>
                    <a:pt x="-12239" y="2805906"/>
                    <a:pt x="6882" y="2940708"/>
                  </a:cubicBezTo>
                  <a:cubicBezTo>
                    <a:pt x="107189" y="3646545"/>
                    <a:pt x="359832" y="4352699"/>
                    <a:pt x="746959" y="5009049"/>
                  </a:cubicBezTo>
                  <a:cubicBezTo>
                    <a:pt x="784376" y="5072638"/>
                    <a:pt x="830369" y="5131527"/>
                    <a:pt x="882777" y="5184000"/>
                  </a:cubicBezTo>
                  <a:cubicBezTo>
                    <a:pt x="935250" y="5236472"/>
                    <a:pt x="994138" y="5282465"/>
                    <a:pt x="1057728" y="5319818"/>
                  </a:cubicBezTo>
                  <a:cubicBezTo>
                    <a:pt x="1714014" y="5706945"/>
                    <a:pt x="2420232" y="5959651"/>
                    <a:pt x="3126068" y="6059958"/>
                  </a:cubicBezTo>
                  <a:cubicBezTo>
                    <a:pt x="3260871" y="6079080"/>
                    <a:pt x="3390718" y="6058370"/>
                    <a:pt x="3496996" y="5997639"/>
                  </a:cubicBezTo>
                  <a:cubicBezTo>
                    <a:pt x="3776892" y="5837872"/>
                    <a:pt x="4030932" y="5643800"/>
                    <a:pt x="4254988" y="5419744"/>
                  </a:cubicBezTo>
                  <a:lnTo>
                    <a:pt x="4399509" y="5275223"/>
                  </a:lnTo>
                  <a:lnTo>
                    <a:pt x="4837330" y="4837402"/>
                  </a:lnTo>
                  <a:lnTo>
                    <a:pt x="5275151" y="4399581"/>
                  </a:lnTo>
                  <a:lnTo>
                    <a:pt x="5419673" y="4255060"/>
                  </a:lnTo>
                  <a:cubicBezTo>
                    <a:pt x="5643728" y="4031004"/>
                    <a:pt x="5837800" y="3776963"/>
                    <a:pt x="5997568" y="34970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1252282" y="556121"/>
              <a:ext cx="5761404" cy="5750136"/>
            </a:xfrm>
            <a:custGeom>
              <a:rect b="b" l="l" r="r" t="t"/>
              <a:pathLst>
                <a:path extrusionOk="0" h="5750136" w="5761404">
                  <a:moveTo>
                    <a:pt x="1172629" y="1161361"/>
                  </a:moveTo>
                  <a:cubicBezTo>
                    <a:pt x="1151094" y="1182896"/>
                    <a:pt x="766000" y="1569261"/>
                    <a:pt x="747514" y="1590225"/>
                  </a:cubicBezTo>
                  <a:cubicBezTo>
                    <a:pt x="740971" y="1597657"/>
                    <a:pt x="614236" y="1725408"/>
                    <a:pt x="608138" y="1732650"/>
                  </a:cubicBezTo>
                  <a:cubicBezTo>
                    <a:pt x="437571" y="1908235"/>
                    <a:pt x="286506" y="2096971"/>
                    <a:pt x="158374" y="2295362"/>
                  </a:cubicBezTo>
                  <a:cubicBezTo>
                    <a:pt x="119560" y="2355077"/>
                    <a:pt x="84240" y="2415553"/>
                    <a:pt x="52794" y="2476983"/>
                  </a:cubicBezTo>
                  <a:cubicBezTo>
                    <a:pt x="-1648" y="2583325"/>
                    <a:pt x="-12002" y="2708281"/>
                    <a:pt x="12646" y="2837683"/>
                  </a:cubicBezTo>
                  <a:cubicBezTo>
                    <a:pt x="132392" y="3465446"/>
                    <a:pt x="379699" y="4112839"/>
                    <a:pt x="756344" y="4717479"/>
                  </a:cubicBezTo>
                  <a:cubicBezTo>
                    <a:pt x="792300" y="4775224"/>
                    <a:pt x="835243" y="4829157"/>
                    <a:pt x="883777" y="4877691"/>
                  </a:cubicBezTo>
                  <a:cubicBezTo>
                    <a:pt x="934153" y="4928067"/>
                    <a:pt x="989992" y="4972790"/>
                    <a:pt x="1049580" y="5010524"/>
                  </a:cubicBezTo>
                  <a:cubicBezTo>
                    <a:pt x="1481683" y="5284194"/>
                    <a:pt x="1933162" y="5495227"/>
                    <a:pt x="2374413" y="5633967"/>
                  </a:cubicBezTo>
                  <a:cubicBezTo>
                    <a:pt x="2582270" y="5699336"/>
                    <a:pt x="2791588" y="5736498"/>
                    <a:pt x="3003446" y="5748822"/>
                  </a:cubicBezTo>
                  <a:cubicBezTo>
                    <a:pt x="3126242" y="5756001"/>
                    <a:pt x="3245290" y="5734084"/>
                    <a:pt x="3345343" y="5675259"/>
                  </a:cubicBezTo>
                  <a:cubicBezTo>
                    <a:pt x="3602306" y="5525211"/>
                    <a:pt x="3839829" y="5342638"/>
                    <a:pt x="4053340" y="5132176"/>
                  </a:cubicBezTo>
                  <a:cubicBezTo>
                    <a:pt x="4058485" y="5127603"/>
                    <a:pt x="4184140" y="5002456"/>
                    <a:pt x="4189348" y="4997692"/>
                  </a:cubicBezTo>
                  <a:cubicBezTo>
                    <a:pt x="4204531" y="4983780"/>
                    <a:pt x="4584734" y="4604212"/>
                    <a:pt x="4600107" y="4588839"/>
                  </a:cubicBezTo>
                  <a:cubicBezTo>
                    <a:pt x="4615481" y="4573466"/>
                    <a:pt x="4995048" y="4193263"/>
                    <a:pt x="5008897" y="4178080"/>
                  </a:cubicBezTo>
                  <a:cubicBezTo>
                    <a:pt x="5013661" y="4172871"/>
                    <a:pt x="5138871" y="4047153"/>
                    <a:pt x="5143444" y="4042008"/>
                  </a:cubicBezTo>
                  <a:cubicBezTo>
                    <a:pt x="5353906" y="3828497"/>
                    <a:pt x="5536480" y="3590974"/>
                    <a:pt x="5686528" y="3334011"/>
                  </a:cubicBezTo>
                  <a:cubicBezTo>
                    <a:pt x="5745353" y="3233958"/>
                    <a:pt x="5767269" y="3114910"/>
                    <a:pt x="5760091" y="2992115"/>
                  </a:cubicBezTo>
                  <a:cubicBezTo>
                    <a:pt x="5747703" y="2780256"/>
                    <a:pt x="5710604" y="2571001"/>
                    <a:pt x="5645236" y="2363145"/>
                  </a:cubicBezTo>
                  <a:cubicBezTo>
                    <a:pt x="5506495" y="1921893"/>
                    <a:pt x="5295462" y="1470351"/>
                    <a:pt x="5021793" y="1038248"/>
                  </a:cubicBezTo>
                  <a:cubicBezTo>
                    <a:pt x="4984058" y="978660"/>
                    <a:pt x="4939336" y="922821"/>
                    <a:pt x="4888960" y="872445"/>
                  </a:cubicBezTo>
                  <a:cubicBezTo>
                    <a:pt x="4838584" y="822069"/>
                    <a:pt x="4782744" y="777347"/>
                    <a:pt x="4723157" y="739612"/>
                  </a:cubicBezTo>
                  <a:cubicBezTo>
                    <a:pt x="4291054" y="465943"/>
                    <a:pt x="3839575" y="254910"/>
                    <a:pt x="3398324" y="116169"/>
                  </a:cubicBezTo>
                  <a:cubicBezTo>
                    <a:pt x="3190467" y="50801"/>
                    <a:pt x="2981149" y="13702"/>
                    <a:pt x="2769290" y="1314"/>
                  </a:cubicBezTo>
                  <a:cubicBezTo>
                    <a:pt x="2646494" y="-5864"/>
                    <a:pt x="2527447" y="16052"/>
                    <a:pt x="2427393" y="74877"/>
                  </a:cubicBezTo>
                  <a:cubicBezTo>
                    <a:pt x="2170431" y="224925"/>
                    <a:pt x="1932908" y="407499"/>
                    <a:pt x="1719397" y="617960"/>
                  </a:cubicBezTo>
                  <a:cubicBezTo>
                    <a:pt x="1714251" y="622534"/>
                    <a:pt x="1588597" y="747680"/>
                    <a:pt x="1583388" y="752445"/>
                  </a:cubicBezTo>
                  <a:cubicBezTo>
                    <a:pt x="1568205" y="766357"/>
                    <a:pt x="1188003" y="1145924"/>
                    <a:pt x="1172629" y="1161298"/>
                  </a:cubicBezTo>
                  <a:close/>
                </a:path>
              </a:pathLst>
            </a:custGeom>
            <a:solidFill>
              <a:srgbClr val="D4DAD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1463764" y="713202"/>
              <a:ext cx="5464053" cy="5443482"/>
            </a:xfrm>
            <a:custGeom>
              <a:rect b="b" l="l" r="r" t="t"/>
              <a:pathLst>
                <a:path extrusionOk="0" h="5443482" w="5464053">
                  <a:moveTo>
                    <a:pt x="1118374" y="1098616"/>
                  </a:moveTo>
                  <a:cubicBezTo>
                    <a:pt x="1075303" y="1141686"/>
                    <a:pt x="742936" y="1476595"/>
                    <a:pt x="705963" y="1518522"/>
                  </a:cubicBezTo>
                  <a:cubicBezTo>
                    <a:pt x="692877" y="1533324"/>
                    <a:pt x="583930" y="1644367"/>
                    <a:pt x="571797" y="1658851"/>
                  </a:cubicBezTo>
                  <a:cubicBezTo>
                    <a:pt x="404469" y="1836152"/>
                    <a:pt x="258678" y="2022219"/>
                    <a:pt x="137534" y="2210574"/>
                  </a:cubicBezTo>
                  <a:cubicBezTo>
                    <a:pt x="99291" y="2270034"/>
                    <a:pt x="66067" y="2329431"/>
                    <a:pt x="38878" y="2389590"/>
                  </a:cubicBezTo>
                  <a:cubicBezTo>
                    <a:pt x="-9211" y="2495996"/>
                    <a:pt x="-9656" y="2615869"/>
                    <a:pt x="20963" y="2740062"/>
                  </a:cubicBezTo>
                  <a:cubicBezTo>
                    <a:pt x="156528" y="3289625"/>
                    <a:pt x="401484" y="3878701"/>
                    <a:pt x="768282" y="4431313"/>
                  </a:cubicBezTo>
                  <a:cubicBezTo>
                    <a:pt x="802777" y="4483214"/>
                    <a:pt x="842735" y="4532256"/>
                    <a:pt x="887266" y="4576787"/>
                  </a:cubicBezTo>
                  <a:cubicBezTo>
                    <a:pt x="935546" y="4625067"/>
                    <a:pt x="988336" y="4668582"/>
                    <a:pt x="1043985" y="4706571"/>
                  </a:cubicBezTo>
                  <a:cubicBezTo>
                    <a:pt x="1456332" y="4988181"/>
                    <a:pt x="1884433" y="5207727"/>
                    <a:pt x="2284519" y="5351169"/>
                  </a:cubicBezTo>
                  <a:cubicBezTo>
                    <a:pt x="2481513" y="5421809"/>
                    <a:pt x="2679015" y="5434261"/>
                    <a:pt x="2883378" y="5443027"/>
                  </a:cubicBezTo>
                  <a:cubicBezTo>
                    <a:pt x="2993786" y="5447792"/>
                    <a:pt x="3102289" y="5414885"/>
                    <a:pt x="3196243" y="5358220"/>
                  </a:cubicBezTo>
                  <a:cubicBezTo>
                    <a:pt x="3429892" y="5217383"/>
                    <a:pt x="3651343" y="5046816"/>
                    <a:pt x="3854309" y="4849949"/>
                  </a:cubicBezTo>
                  <a:cubicBezTo>
                    <a:pt x="3864600" y="4840801"/>
                    <a:pt x="3971387" y="4735094"/>
                    <a:pt x="3981805" y="4725502"/>
                  </a:cubicBezTo>
                  <a:cubicBezTo>
                    <a:pt x="4012107" y="4697741"/>
                    <a:pt x="4334755" y="4376363"/>
                    <a:pt x="4365502" y="4345617"/>
                  </a:cubicBezTo>
                  <a:cubicBezTo>
                    <a:pt x="4396248" y="4314870"/>
                    <a:pt x="4717562" y="3992285"/>
                    <a:pt x="4745323" y="3961984"/>
                  </a:cubicBezTo>
                  <a:cubicBezTo>
                    <a:pt x="4754916" y="3951502"/>
                    <a:pt x="4860686" y="3844715"/>
                    <a:pt x="4869834" y="3834423"/>
                  </a:cubicBezTo>
                  <a:cubicBezTo>
                    <a:pt x="5066701" y="3631458"/>
                    <a:pt x="5237204" y="3410070"/>
                    <a:pt x="5378105" y="3176422"/>
                  </a:cubicBezTo>
                  <a:cubicBezTo>
                    <a:pt x="5434770" y="3082467"/>
                    <a:pt x="5458910" y="2973965"/>
                    <a:pt x="5462912" y="2863557"/>
                  </a:cubicBezTo>
                  <a:cubicBezTo>
                    <a:pt x="5470345" y="2659130"/>
                    <a:pt x="5441695" y="2461755"/>
                    <a:pt x="5371054" y="2264761"/>
                  </a:cubicBezTo>
                  <a:cubicBezTo>
                    <a:pt x="5227612" y="1864675"/>
                    <a:pt x="5008067" y="1436510"/>
                    <a:pt x="4726456" y="1024163"/>
                  </a:cubicBezTo>
                  <a:cubicBezTo>
                    <a:pt x="4688468" y="968515"/>
                    <a:pt x="4644952" y="915725"/>
                    <a:pt x="4596609" y="867445"/>
                  </a:cubicBezTo>
                  <a:cubicBezTo>
                    <a:pt x="4548330" y="819165"/>
                    <a:pt x="4495540" y="775650"/>
                    <a:pt x="4439891" y="737598"/>
                  </a:cubicBezTo>
                  <a:cubicBezTo>
                    <a:pt x="4027544" y="455988"/>
                    <a:pt x="3599443" y="236442"/>
                    <a:pt x="3199356" y="93000"/>
                  </a:cubicBezTo>
                  <a:cubicBezTo>
                    <a:pt x="3002362" y="22360"/>
                    <a:pt x="2804924" y="-6291"/>
                    <a:pt x="2600498" y="1142"/>
                  </a:cubicBezTo>
                  <a:cubicBezTo>
                    <a:pt x="2490089" y="5144"/>
                    <a:pt x="2381587" y="29284"/>
                    <a:pt x="2287696" y="85949"/>
                  </a:cubicBezTo>
                  <a:cubicBezTo>
                    <a:pt x="2054047" y="226849"/>
                    <a:pt x="1832596" y="397353"/>
                    <a:pt x="1629631" y="594220"/>
                  </a:cubicBezTo>
                  <a:cubicBezTo>
                    <a:pt x="1619339" y="603368"/>
                    <a:pt x="1512552" y="709075"/>
                    <a:pt x="1502134" y="718667"/>
                  </a:cubicBezTo>
                  <a:cubicBezTo>
                    <a:pt x="1471832" y="746428"/>
                    <a:pt x="1149184" y="1067742"/>
                    <a:pt x="1118437" y="1098489"/>
                  </a:cubicBezTo>
                  <a:close/>
                </a:path>
              </a:pathLst>
            </a:custGeom>
            <a:solidFill>
              <a:srgbClr val="AAB5B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1672661" y="859005"/>
              <a:ext cx="5180311" cy="5160757"/>
            </a:xfrm>
            <a:custGeom>
              <a:rect b="b" l="l" r="r" t="t"/>
              <a:pathLst>
                <a:path extrusionOk="0" h="5160757" w="5180311">
                  <a:moveTo>
                    <a:pt x="1066640" y="1047149"/>
                  </a:moveTo>
                  <a:cubicBezTo>
                    <a:pt x="1002034" y="1111755"/>
                    <a:pt x="722393" y="1395271"/>
                    <a:pt x="666998" y="1458034"/>
                  </a:cubicBezTo>
                  <a:cubicBezTo>
                    <a:pt x="647369" y="1480268"/>
                    <a:pt x="556146" y="1574541"/>
                    <a:pt x="537977" y="1596267"/>
                  </a:cubicBezTo>
                  <a:cubicBezTo>
                    <a:pt x="373890" y="1775283"/>
                    <a:pt x="233116" y="1958428"/>
                    <a:pt x="119278" y="2137000"/>
                  </a:cubicBezTo>
                  <a:cubicBezTo>
                    <a:pt x="81543" y="2196142"/>
                    <a:pt x="50543" y="2254586"/>
                    <a:pt x="27610" y="2313411"/>
                  </a:cubicBezTo>
                  <a:cubicBezTo>
                    <a:pt x="-14000" y="2420007"/>
                    <a:pt x="-5297" y="2534545"/>
                    <a:pt x="31866" y="2653592"/>
                  </a:cubicBezTo>
                  <a:cubicBezTo>
                    <a:pt x="179183" y="3125145"/>
                    <a:pt x="425536" y="3655841"/>
                    <a:pt x="782742" y="4156298"/>
                  </a:cubicBezTo>
                  <a:cubicBezTo>
                    <a:pt x="815649" y="4202418"/>
                    <a:pt x="852685" y="4246442"/>
                    <a:pt x="893341" y="4287098"/>
                  </a:cubicBezTo>
                  <a:cubicBezTo>
                    <a:pt x="939525" y="4333281"/>
                    <a:pt x="989265" y="4375717"/>
                    <a:pt x="1040912" y="4413896"/>
                  </a:cubicBezTo>
                  <a:cubicBezTo>
                    <a:pt x="1433312" y="4703765"/>
                    <a:pt x="1838099" y="4932522"/>
                    <a:pt x="2197211" y="5079648"/>
                  </a:cubicBezTo>
                  <a:cubicBezTo>
                    <a:pt x="2383342" y="5155942"/>
                    <a:pt x="2568266" y="5177160"/>
                    <a:pt x="2765895" y="5148573"/>
                  </a:cubicBezTo>
                  <a:cubicBezTo>
                    <a:pt x="2863662" y="5134407"/>
                    <a:pt x="2961936" y="5107218"/>
                    <a:pt x="3049665" y="5052522"/>
                  </a:cubicBezTo>
                  <a:cubicBezTo>
                    <a:pt x="3260317" y="4921341"/>
                    <a:pt x="3465315" y="4762336"/>
                    <a:pt x="3657736" y="4579000"/>
                  </a:cubicBezTo>
                  <a:cubicBezTo>
                    <a:pt x="3673236" y="4565278"/>
                    <a:pt x="3761092" y="4478946"/>
                    <a:pt x="3776720" y="4464590"/>
                  </a:cubicBezTo>
                  <a:cubicBezTo>
                    <a:pt x="3822204" y="4422917"/>
                    <a:pt x="4087234" y="4159856"/>
                    <a:pt x="4133354" y="4113736"/>
                  </a:cubicBezTo>
                  <a:cubicBezTo>
                    <a:pt x="4179474" y="4067616"/>
                    <a:pt x="4442535" y="3802649"/>
                    <a:pt x="4484144" y="3757165"/>
                  </a:cubicBezTo>
                  <a:cubicBezTo>
                    <a:pt x="4498501" y="3741474"/>
                    <a:pt x="4584896" y="3653554"/>
                    <a:pt x="4598618" y="3638053"/>
                  </a:cubicBezTo>
                  <a:cubicBezTo>
                    <a:pt x="4781890" y="3445634"/>
                    <a:pt x="4940896" y="3240635"/>
                    <a:pt x="5072077" y="3030047"/>
                  </a:cubicBezTo>
                  <a:cubicBezTo>
                    <a:pt x="5126709" y="2942318"/>
                    <a:pt x="5153962" y="2843979"/>
                    <a:pt x="5168128" y="2746213"/>
                  </a:cubicBezTo>
                  <a:cubicBezTo>
                    <a:pt x="5196715" y="2548584"/>
                    <a:pt x="5175497" y="2363724"/>
                    <a:pt x="5099202" y="2177593"/>
                  </a:cubicBezTo>
                  <a:cubicBezTo>
                    <a:pt x="4952013" y="1818481"/>
                    <a:pt x="4723320" y="1413693"/>
                    <a:pt x="4433387" y="1021230"/>
                  </a:cubicBezTo>
                  <a:cubicBezTo>
                    <a:pt x="4395208" y="969520"/>
                    <a:pt x="4352773" y="919843"/>
                    <a:pt x="4306589" y="873659"/>
                  </a:cubicBezTo>
                  <a:cubicBezTo>
                    <a:pt x="4260406" y="827476"/>
                    <a:pt x="4210729" y="785041"/>
                    <a:pt x="4159019" y="746862"/>
                  </a:cubicBezTo>
                  <a:cubicBezTo>
                    <a:pt x="3766619" y="456993"/>
                    <a:pt x="3361832" y="228236"/>
                    <a:pt x="3002720" y="81110"/>
                  </a:cubicBezTo>
                  <a:cubicBezTo>
                    <a:pt x="2816589" y="4815"/>
                    <a:pt x="2631665" y="-16402"/>
                    <a:pt x="2434036" y="12184"/>
                  </a:cubicBezTo>
                  <a:cubicBezTo>
                    <a:pt x="2336269" y="26351"/>
                    <a:pt x="2237994" y="53540"/>
                    <a:pt x="2150265" y="108235"/>
                  </a:cubicBezTo>
                  <a:cubicBezTo>
                    <a:pt x="1939613" y="239417"/>
                    <a:pt x="1734615" y="398422"/>
                    <a:pt x="1542195" y="581758"/>
                  </a:cubicBezTo>
                  <a:cubicBezTo>
                    <a:pt x="1526695" y="595479"/>
                    <a:pt x="1438838" y="681811"/>
                    <a:pt x="1423211" y="696168"/>
                  </a:cubicBezTo>
                  <a:cubicBezTo>
                    <a:pt x="1377726" y="737841"/>
                    <a:pt x="1112696" y="1000902"/>
                    <a:pt x="1066576" y="1047022"/>
                  </a:cubicBezTo>
                  <a:close/>
                </a:path>
              </a:pathLst>
            </a:custGeom>
            <a:solidFill>
              <a:srgbClr val="7F9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1879053" y="998201"/>
              <a:ext cx="4906062" cy="4890876"/>
            </a:xfrm>
            <a:custGeom>
              <a:rect b="b" l="l" r="r" t="t"/>
              <a:pathLst>
                <a:path extrusionOk="0" h="4890876" w="4906062">
                  <a:moveTo>
                    <a:pt x="1017474" y="1002288"/>
                  </a:moveTo>
                  <a:cubicBezTo>
                    <a:pt x="931333" y="1088429"/>
                    <a:pt x="704418" y="1320490"/>
                    <a:pt x="630538" y="1404217"/>
                  </a:cubicBezTo>
                  <a:cubicBezTo>
                    <a:pt x="604365" y="1433883"/>
                    <a:pt x="530929" y="1511385"/>
                    <a:pt x="506662" y="1540353"/>
                  </a:cubicBezTo>
                  <a:cubicBezTo>
                    <a:pt x="345815" y="1721084"/>
                    <a:pt x="210123" y="1901371"/>
                    <a:pt x="103527" y="2070159"/>
                  </a:cubicBezTo>
                  <a:cubicBezTo>
                    <a:pt x="66364" y="2129048"/>
                    <a:pt x="37587" y="2186475"/>
                    <a:pt x="18783" y="2243966"/>
                  </a:cubicBezTo>
                  <a:cubicBezTo>
                    <a:pt x="-16220" y="2350817"/>
                    <a:pt x="615" y="2460145"/>
                    <a:pt x="45210" y="2573920"/>
                  </a:cubicBezTo>
                  <a:cubicBezTo>
                    <a:pt x="199896" y="2968352"/>
                    <a:pt x="451585" y="3440032"/>
                    <a:pt x="799707" y="3888080"/>
                  </a:cubicBezTo>
                  <a:cubicBezTo>
                    <a:pt x="831089" y="3928419"/>
                    <a:pt x="865203" y="3967488"/>
                    <a:pt x="901921" y="4004142"/>
                  </a:cubicBezTo>
                  <a:cubicBezTo>
                    <a:pt x="946071" y="4048293"/>
                    <a:pt x="992572" y="4089585"/>
                    <a:pt x="1040407" y="4127954"/>
                  </a:cubicBezTo>
                  <a:cubicBezTo>
                    <a:pt x="1412605" y="4426526"/>
                    <a:pt x="1793952" y="4665066"/>
                    <a:pt x="2112407" y="4814924"/>
                  </a:cubicBezTo>
                  <a:cubicBezTo>
                    <a:pt x="2287548" y="4897317"/>
                    <a:pt x="2460021" y="4912754"/>
                    <a:pt x="2650853" y="4860853"/>
                  </a:cubicBezTo>
                  <a:cubicBezTo>
                    <a:pt x="2735914" y="4837730"/>
                    <a:pt x="2824088" y="4806284"/>
                    <a:pt x="2905592" y="4753558"/>
                  </a:cubicBezTo>
                  <a:cubicBezTo>
                    <a:pt x="3093311" y="4632160"/>
                    <a:pt x="3281856" y="4484589"/>
                    <a:pt x="3463731" y="4314848"/>
                  </a:cubicBezTo>
                  <a:cubicBezTo>
                    <a:pt x="3484377" y="4296552"/>
                    <a:pt x="3553302" y="4229660"/>
                    <a:pt x="3574202" y="4210538"/>
                  </a:cubicBezTo>
                  <a:cubicBezTo>
                    <a:pt x="3634806" y="4155017"/>
                    <a:pt x="3842282" y="3950145"/>
                    <a:pt x="3903775" y="3888652"/>
                  </a:cubicBezTo>
                  <a:cubicBezTo>
                    <a:pt x="3965268" y="3827159"/>
                    <a:pt x="4170075" y="3619811"/>
                    <a:pt x="4225597" y="3559207"/>
                  </a:cubicBezTo>
                  <a:cubicBezTo>
                    <a:pt x="4244782" y="3538243"/>
                    <a:pt x="4311739" y="3469254"/>
                    <a:pt x="4330097" y="3448545"/>
                  </a:cubicBezTo>
                  <a:cubicBezTo>
                    <a:pt x="4499775" y="3266670"/>
                    <a:pt x="4647346" y="3078189"/>
                    <a:pt x="4768744" y="2890533"/>
                  </a:cubicBezTo>
                  <a:cubicBezTo>
                    <a:pt x="4821471" y="2809029"/>
                    <a:pt x="4852916" y="2720855"/>
                    <a:pt x="4876039" y="2635730"/>
                  </a:cubicBezTo>
                  <a:cubicBezTo>
                    <a:pt x="4927940" y="2444835"/>
                    <a:pt x="4912503" y="2272426"/>
                    <a:pt x="4830110" y="2097285"/>
                  </a:cubicBezTo>
                  <a:cubicBezTo>
                    <a:pt x="4680316" y="1778829"/>
                    <a:pt x="4441713" y="1397483"/>
                    <a:pt x="4143141" y="1025221"/>
                  </a:cubicBezTo>
                  <a:cubicBezTo>
                    <a:pt x="4104771" y="977450"/>
                    <a:pt x="4063479" y="930885"/>
                    <a:pt x="4019329" y="886735"/>
                  </a:cubicBezTo>
                  <a:cubicBezTo>
                    <a:pt x="3975178" y="842584"/>
                    <a:pt x="3928677" y="801292"/>
                    <a:pt x="3880842" y="762923"/>
                  </a:cubicBezTo>
                  <a:cubicBezTo>
                    <a:pt x="3508644" y="464351"/>
                    <a:pt x="3127298" y="225811"/>
                    <a:pt x="2808842" y="75953"/>
                  </a:cubicBezTo>
                  <a:cubicBezTo>
                    <a:pt x="2633701" y="-6440"/>
                    <a:pt x="2461228" y="-21877"/>
                    <a:pt x="2270396" y="30024"/>
                  </a:cubicBezTo>
                  <a:cubicBezTo>
                    <a:pt x="2185335" y="53147"/>
                    <a:pt x="2097161" y="84593"/>
                    <a:pt x="2015657" y="137319"/>
                  </a:cubicBezTo>
                  <a:cubicBezTo>
                    <a:pt x="1827938" y="258717"/>
                    <a:pt x="1639393" y="406288"/>
                    <a:pt x="1457518" y="576029"/>
                  </a:cubicBezTo>
                  <a:cubicBezTo>
                    <a:pt x="1436872" y="594325"/>
                    <a:pt x="1367947" y="661218"/>
                    <a:pt x="1347047" y="680339"/>
                  </a:cubicBezTo>
                  <a:cubicBezTo>
                    <a:pt x="1286443" y="735860"/>
                    <a:pt x="1078968" y="940732"/>
                    <a:pt x="1017474" y="1002225"/>
                  </a:cubicBezTo>
                  <a:close/>
                </a:path>
              </a:pathLst>
            </a:custGeom>
            <a:solidFill>
              <a:srgbClr val="556C7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2083377" y="1133417"/>
              <a:ext cx="4637698" cy="4628830"/>
            </a:xfrm>
            <a:custGeom>
              <a:rect b="b" l="l" r="r" t="t"/>
              <a:pathLst>
                <a:path extrusionOk="0" h="4628830" w="4637698">
                  <a:moveTo>
                    <a:pt x="970314" y="961408"/>
                  </a:moveTo>
                  <a:cubicBezTo>
                    <a:pt x="862638" y="1069085"/>
                    <a:pt x="688386" y="1249689"/>
                    <a:pt x="596083" y="1354380"/>
                  </a:cubicBezTo>
                  <a:cubicBezTo>
                    <a:pt x="563367" y="1391479"/>
                    <a:pt x="507718" y="1452273"/>
                    <a:pt x="477416" y="1488419"/>
                  </a:cubicBezTo>
                  <a:cubicBezTo>
                    <a:pt x="319808" y="1670866"/>
                    <a:pt x="189199" y="1848294"/>
                    <a:pt x="89781" y="2007236"/>
                  </a:cubicBezTo>
                  <a:cubicBezTo>
                    <a:pt x="53127" y="2065806"/>
                    <a:pt x="26763" y="2122345"/>
                    <a:pt x="12025" y="2178438"/>
                  </a:cubicBezTo>
                  <a:cubicBezTo>
                    <a:pt x="-16180" y="2285606"/>
                    <a:pt x="7324" y="2390170"/>
                    <a:pt x="60686" y="2498164"/>
                  </a:cubicBezTo>
                  <a:cubicBezTo>
                    <a:pt x="218357" y="2817191"/>
                    <a:pt x="479322" y="3228585"/>
                    <a:pt x="818805" y="3623780"/>
                  </a:cubicBezTo>
                  <a:cubicBezTo>
                    <a:pt x="848535" y="3658402"/>
                    <a:pt x="879790" y="3692388"/>
                    <a:pt x="912569" y="3725167"/>
                  </a:cubicBezTo>
                  <a:cubicBezTo>
                    <a:pt x="954623" y="3767222"/>
                    <a:pt x="998011" y="3807497"/>
                    <a:pt x="1041908" y="3845930"/>
                  </a:cubicBezTo>
                  <a:cubicBezTo>
                    <a:pt x="1393587" y="4153523"/>
                    <a:pt x="1751429" y="4402735"/>
                    <a:pt x="2029673" y="4554054"/>
                  </a:cubicBezTo>
                  <a:cubicBezTo>
                    <a:pt x="2193506" y="4643181"/>
                    <a:pt x="2354798" y="4654869"/>
                    <a:pt x="2537943" y="4577050"/>
                  </a:cubicBezTo>
                  <a:cubicBezTo>
                    <a:pt x="2610744" y="4546113"/>
                    <a:pt x="2688373" y="4509395"/>
                    <a:pt x="2763651" y="4458511"/>
                  </a:cubicBezTo>
                  <a:cubicBezTo>
                    <a:pt x="2928501" y="4347023"/>
                    <a:pt x="3100466" y="4210760"/>
                    <a:pt x="3271795" y="4054549"/>
                  </a:cubicBezTo>
                  <a:cubicBezTo>
                    <a:pt x="3297586" y="4031680"/>
                    <a:pt x="3347645" y="3984163"/>
                    <a:pt x="3373754" y="3960277"/>
                  </a:cubicBezTo>
                  <a:cubicBezTo>
                    <a:pt x="3449540" y="3890843"/>
                    <a:pt x="3599398" y="3744225"/>
                    <a:pt x="3676264" y="3667359"/>
                  </a:cubicBezTo>
                  <a:cubicBezTo>
                    <a:pt x="3753067" y="3590556"/>
                    <a:pt x="3899622" y="3440698"/>
                    <a:pt x="3969055" y="3364975"/>
                  </a:cubicBezTo>
                  <a:cubicBezTo>
                    <a:pt x="3993005" y="3338803"/>
                    <a:pt x="4040586" y="3288681"/>
                    <a:pt x="4063518" y="3262825"/>
                  </a:cubicBezTo>
                  <a:cubicBezTo>
                    <a:pt x="4219602" y="3091560"/>
                    <a:pt x="4355865" y="2919659"/>
                    <a:pt x="4467353" y="2754809"/>
                  </a:cubicBezTo>
                  <a:cubicBezTo>
                    <a:pt x="4518237" y="2679530"/>
                    <a:pt x="4554955" y="2601902"/>
                    <a:pt x="4585892" y="2529037"/>
                  </a:cubicBezTo>
                  <a:cubicBezTo>
                    <a:pt x="4663775" y="2345892"/>
                    <a:pt x="4652023" y="2184600"/>
                    <a:pt x="4562896" y="2020767"/>
                  </a:cubicBezTo>
                  <a:cubicBezTo>
                    <a:pt x="4411577" y="1742523"/>
                    <a:pt x="4162365" y="1384681"/>
                    <a:pt x="3854772" y="1033002"/>
                  </a:cubicBezTo>
                  <a:cubicBezTo>
                    <a:pt x="3816339" y="989042"/>
                    <a:pt x="3776064" y="945654"/>
                    <a:pt x="3734010" y="903663"/>
                  </a:cubicBezTo>
                  <a:cubicBezTo>
                    <a:pt x="3691955" y="861609"/>
                    <a:pt x="3648567" y="821334"/>
                    <a:pt x="3604671" y="782900"/>
                  </a:cubicBezTo>
                  <a:cubicBezTo>
                    <a:pt x="3252991" y="475308"/>
                    <a:pt x="2895150" y="226096"/>
                    <a:pt x="2616906" y="74777"/>
                  </a:cubicBezTo>
                  <a:cubicBezTo>
                    <a:pt x="2453073" y="-14350"/>
                    <a:pt x="2291780" y="-26039"/>
                    <a:pt x="2108635" y="51780"/>
                  </a:cubicBezTo>
                  <a:cubicBezTo>
                    <a:pt x="2035834" y="82718"/>
                    <a:pt x="1958206" y="119436"/>
                    <a:pt x="1882927" y="170320"/>
                  </a:cubicBezTo>
                  <a:cubicBezTo>
                    <a:pt x="1718078" y="281808"/>
                    <a:pt x="1546113" y="418071"/>
                    <a:pt x="1374784" y="574281"/>
                  </a:cubicBezTo>
                  <a:cubicBezTo>
                    <a:pt x="1348992" y="597151"/>
                    <a:pt x="1298934" y="644668"/>
                    <a:pt x="1272825" y="668554"/>
                  </a:cubicBezTo>
                  <a:cubicBezTo>
                    <a:pt x="1197038" y="737988"/>
                    <a:pt x="1047180" y="884605"/>
                    <a:pt x="970314" y="961472"/>
                  </a:cubicBezTo>
                  <a:close/>
                </a:path>
              </a:pathLst>
            </a:custGeom>
            <a:solidFill>
              <a:srgbClr val="2B47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2285804" y="1264112"/>
              <a:ext cx="4375636" cy="4375636"/>
            </a:xfrm>
            <a:custGeom>
              <a:rect b="b" l="l" r="r" t="t"/>
              <a:pathLst>
                <a:path extrusionOk="0" h="4375636" w="4375636">
                  <a:moveTo>
                    <a:pt x="2426866" y="77995"/>
                  </a:moveTo>
                  <a:cubicBezTo>
                    <a:pt x="2276183" y="-20724"/>
                    <a:pt x="2120290" y="-31142"/>
                    <a:pt x="1948770" y="77995"/>
                  </a:cubicBezTo>
                  <a:cubicBezTo>
                    <a:pt x="1662967" y="249515"/>
                    <a:pt x="1294009" y="556091"/>
                    <a:pt x="925050" y="925050"/>
                  </a:cubicBezTo>
                  <a:cubicBezTo>
                    <a:pt x="556091" y="1294009"/>
                    <a:pt x="249515" y="1662967"/>
                    <a:pt x="77995" y="1948770"/>
                  </a:cubicBezTo>
                  <a:cubicBezTo>
                    <a:pt x="-31142" y="2120227"/>
                    <a:pt x="-20724" y="2276183"/>
                    <a:pt x="77995" y="2426867"/>
                  </a:cubicBezTo>
                  <a:cubicBezTo>
                    <a:pt x="244306" y="2697106"/>
                    <a:pt x="556091" y="3081628"/>
                    <a:pt x="925050" y="3450587"/>
                  </a:cubicBezTo>
                  <a:cubicBezTo>
                    <a:pt x="1294009" y="3819545"/>
                    <a:pt x="1678531" y="4131331"/>
                    <a:pt x="1948770" y="4297642"/>
                  </a:cubicBezTo>
                  <a:cubicBezTo>
                    <a:pt x="2099454" y="4396361"/>
                    <a:pt x="2255346" y="4406779"/>
                    <a:pt x="2426866" y="4297642"/>
                  </a:cubicBezTo>
                  <a:cubicBezTo>
                    <a:pt x="2712670" y="4126185"/>
                    <a:pt x="3081628" y="3819545"/>
                    <a:pt x="3450587" y="3450587"/>
                  </a:cubicBezTo>
                  <a:cubicBezTo>
                    <a:pt x="3819545" y="3081628"/>
                    <a:pt x="4126122" y="2712670"/>
                    <a:pt x="4297641" y="2426867"/>
                  </a:cubicBezTo>
                  <a:cubicBezTo>
                    <a:pt x="4406779" y="2255410"/>
                    <a:pt x="4396361" y="2099517"/>
                    <a:pt x="4297641" y="1948770"/>
                  </a:cubicBezTo>
                  <a:cubicBezTo>
                    <a:pt x="4131330" y="1678531"/>
                    <a:pt x="3819545" y="1294009"/>
                    <a:pt x="3450587" y="925050"/>
                  </a:cubicBezTo>
                  <a:cubicBezTo>
                    <a:pt x="3081628" y="556091"/>
                    <a:pt x="2697106" y="244306"/>
                    <a:pt x="2426866" y="77995"/>
                  </a:cubicBezTo>
                  <a:close/>
                </a:path>
              </a:pathLst>
            </a:custGeom>
            <a:solidFill>
              <a:srgbClr val="0022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233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2"/>
          <p:cNvGrpSpPr/>
          <p:nvPr/>
        </p:nvGrpSpPr>
        <p:grpSpPr>
          <a:xfrm>
            <a:off x="-3529264" y="-1588168"/>
            <a:ext cx="8367087" cy="8753763"/>
            <a:chOff x="1038310" y="393699"/>
            <a:chExt cx="6066768" cy="6066839"/>
          </a:xfrm>
        </p:grpSpPr>
        <p:sp>
          <p:nvSpPr>
            <p:cNvPr id="83" name="Google Shape;83;p2"/>
            <p:cNvSpPr/>
            <p:nvPr/>
          </p:nvSpPr>
          <p:spPr>
            <a:xfrm>
              <a:off x="1038310" y="393699"/>
              <a:ext cx="6066768" cy="6066839"/>
            </a:xfrm>
            <a:custGeom>
              <a:rect b="b" l="l" r="r" t="t"/>
              <a:pathLst>
                <a:path extrusionOk="0" h="6066839" w="6066768">
                  <a:moveTo>
                    <a:pt x="5997568" y="3497005"/>
                  </a:moveTo>
                  <a:cubicBezTo>
                    <a:pt x="6058298" y="3390726"/>
                    <a:pt x="6079008" y="3260815"/>
                    <a:pt x="6059887" y="3126077"/>
                  </a:cubicBezTo>
                  <a:cubicBezTo>
                    <a:pt x="5959579" y="2420240"/>
                    <a:pt x="5706937" y="1714023"/>
                    <a:pt x="5319810" y="1057736"/>
                  </a:cubicBezTo>
                  <a:cubicBezTo>
                    <a:pt x="5282393" y="994147"/>
                    <a:pt x="5236400" y="935258"/>
                    <a:pt x="5183927" y="882849"/>
                  </a:cubicBezTo>
                  <a:cubicBezTo>
                    <a:pt x="5131455" y="830377"/>
                    <a:pt x="5072630" y="784384"/>
                    <a:pt x="5009041" y="746967"/>
                  </a:cubicBezTo>
                  <a:cubicBezTo>
                    <a:pt x="4352754" y="359840"/>
                    <a:pt x="3646536" y="107198"/>
                    <a:pt x="2940700" y="6890"/>
                  </a:cubicBezTo>
                  <a:cubicBezTo>
                    <a:pt x="2805898" y="-12231"/>
                    <a:pt x="2676051" y="8415"/>
                    <a:pt x="2569772" y="69209"/>
                  </a:cubicBezTo>
                  <a:cubicBezTo>
                    <a:pt x="2289877" y="228977"/>
                    <a:pt x="2035837" y="423049"/>
                    <a:pt x="1811781" y="647105"/>
                  </a:cubicBezTo>
                  <a:lnTo>
                    <a:pt x="1667259" y="791626"/>
                  </a:lnTo>
                  <a:lnTo>
                    <a:pt x="1229439" y="1229447"/>
                  </a:lnTo>
                  <a:lnTo>
                    <a:pt x="791618" y="1667267"/>
                  </a:lnTo>
                  <a:lnTo>
                    <a:pt x="647096" y="1811789"/>
                  </a:lnTo>
                  <a:cubicBezTo>
                    <a:pt x="423040" y="2035845"/>
                    <a:pt x="228969" y="2289885"/>
                    <a:pt x="69201" y="2569780"/>
                  </a:cubicBezTo>
                  <a:cubicBezTo>
                    <a:pt x="8470" y="2676059"/>
                    <a:pt x="-12239" y="2805906"/>
                    <a:pt x="6882" y="2940708"/>
                  </a:cubicBezTo>
                  <a:cubicBezTo>
                    <a:pt x="107189" y="3646545"/>
                    <a:pt x="359832" y="4352699"/>
                    <a:pt x="746959" y="5009049"/>
                  </a:cubicBezTo>
                  <a:cubicBezTo>
                    <a:pt x="784376" y="5072638"/>
                    <a:pt x="830369" y="5131527"/>
                    <a:pt x="882777" y="5184000"/>
                  </a:cubicBezTo>
                  <a:cubicBezTo>
                    <a:pt x="935250" y="5236472"/>
                    <a:pt x="994138" y="5282465"/>
                    <a:pt x="1057728" y="5319818"/>
                  </a:cubicBezTo>
                  <a:cubicBezTo>
                    <a:pt x="1714014" y="5706945"/>
                    <a:pt x="2420232" y="5959651"/>
                    <a:pt x="3126068" y="6059958"/>
                  </a:cubicBezTo>
                  <a:cubicBezTo>
                    <a:pt x="3260871" y="6079080"/>
                    <a:pt x="3390718" y="6058370"/>
                    <a:pt x="3496996" y="5997639"/>
                  </a:cubicBezTo>
                  <a:cubicBezTo>
                    <a:pt x="3776892" y="5837872"/>
                    <a:pt x="4030932" y="5643800"/>
                    <a:pt x="4254988" y="5419744"/>
                  </a:cubicBezTo>
                  <a:lnTo>
                    <a:pt x="4399509" y="5275223"/>
                  </a:lnTo>
                  <a:lnTo>
                    <a:pt x="4837330" y="4837402"/>
                  </a:lnTo>
                  <a:lnTo>
                    <a:pt x="5275151" y="4399581"/>
                  </a:lnTo>
                  <a:lnTo>
                    <a:pt x="5419673" y="4255060"/>
                  </a:lnTo>
                  <a:cubicBezTo>
                    <a:pt x="5643728" y="4031004"/>
                    <a:pt x="5837800" y="3776963"/>
                    <a:pt x="5997568" y="34970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52282" y="556121"/>
              <a:ext cx="5761404" cy="5750136"/>
            </a:xfrm>
            <a:custGeom>
              <a:rect b="b" l="l" r="r" t="t"/>
              <a:pathLst>
                <a:path extrusionOk="0" h="5750136" w="5761404">
                  <a:moveTo>
                    <a:pt x="1172629" y="1161361"/>
                  </a:moveTo>
                  <a:cubicBezTo>
                    <a:pt x="1151094" y="1182896"/>
                    <a:pt x="766000" y="1569261"/>
                    <a:pt x="747514" y="1590225"/>
                  </a:cubicBezTo>
                  <a:cubicBezTo>
                    <a:pt x="740971" y="1597657"/>
                    <a:pt x="614236" y="1725408"/>
                    <a:pt x="608138" y="1732650"/>
                  </a:cubicBezTo>
                  <a:cubicBezTo>
                    <a:pt x="437571" y="1908235"/>
                    <a:pt x="286506" y="2096971"/>
                    <a:pt x="158374" y="2295362"/>
                  </a:cubicBezTo>
                  <a:cubicBezTo>
                    <a:pt x="119560" y="2355077"/>
                    <a:pt x="84240" y="2415553"/>
                    <a:pt x="52794" y="2476983"/>
                  </a:cubicBezTo>
                  <a:cubicBezTo>
                    <a:pt x="-1648" y="2583325"/>
                    <a:pt x="-12002" y="2708281"/>
                    <a:pt x="12646" y="2837683"/>
                  </a:cubicBezTo>
                  <a:cubicBezTo>
                    <a:pt x="132392" y="3465446"/>
                    <a:pt x="379699" y="4112839"/>
                    <a:pt x="756344" y="4717479"/>
                  </a:cubicBezTo>
                  <a:cubicBezTo>
                    <a:pt x="792300" y="4775224"/>
                    <a:pt x="835243" y="4829157"/>
                    <a:pt x="883777" y="4877691"/>
                  </a:cubicBezTo>
                  <a:cubicBezTo>
                    <a:pt x="934153" y="4928067"/>
                    <a:pt x="989992" y="4972790"/>
                    <a:pt x="1049580" y="5010524"/>
                  </a:cubicBezTo>
                  <a:cubicBezTo>
                    <a:pt x="1481683" y="5284194"/>
                    <a:pt x="1933162" y="5495227"/>
                    <a:pt x="2374413" y="5633967"/>
                  </a:cubicBezTo>
                  <a:cubicBezTo>
                    <a:pt x="2582270" y="5699336"/>
                    <a:pt x="2791588" y="5736498"/>
                    <a:pt x="3003446" y="5748822"/>
                  </a:cubicBezTo>
                  <a:cubicBezTo>
                    <a:pt x="3126242" y="5756001"/>
                    <a:pt x="3245290" y="5734084"/>
                    <a:pt x="3345343" y="5675259"/>
                  </a:cubicBezTo>
                  <a:cubicBezTo>
                    <a:pt x="3602306" y="5525211"/>
                    <a:pt x="3839829" y="5342638"/>
                    <a:pt x="4053340" y="5132176"/>
                  </a:cubicBezTo>
                  <a:cubicBezTo>
                    <a:pt x="4058485" y="5127603"/>
                    <a:pt x="4184140" y="5002456"/>
                    <a:pt x="4189348" y="4997692"/>
                  </a:cubicBezTo>
                  <a:cubicBezTo>
                    <a:pt x="4204531" y="4983780"/>
                    <a:pt x="4584734" y="4604212"/>
                    <a:pt x="4600107" y="4588839"/>
                  </a:cubicBezTo>
                  <a:cubicBezTo>
                    <a:pt x="4615481" y="4573466"/>
                    <a:pt x="4995048" y="4193263"/>
                    <a:pt x="5008897" y="4178080"/>
                  </a:cubicBezTo>
                  <a:cubicBezTo>
                    <a:pt x="5013661" y="4172871"/>
                    <a:pt x="5138871" y="4047153"/>
                    <a:pt x="5143444" y="4042008"/>
                  </a:cubicBezTo>
                  <a:cubicBezTo>
                    <a:pt x="5353906" y="3828497"/>
                    <a:pt x="5536480" y="3590974"/>
                    <a:pt x="5686528" y="3334011"/>
                  </a:cubicBezTo>
                  <a:cubicBezTo>
                    <a:pt x="5745353" y="3233958"/>
                    <a:pt x="5767269" y="3114910"/>
                    <a:pt x="5760091" y="2992115"/>
                  </a:cubicBezTo>
                  <a:cubicBezTo>
                    <a:pt x="5747703" y="2780256"/>
                    <a:pt x="5710604" y="2571001"/>
                    <a:pt x="5645236" y="2363145"/>
                  </a:cubicBezTo>
                  <a:cubicBezTo>
                    <a:pt x="5506495" y="1921893"/>
                    <a:pt x="5295462" y="1470351"/>
                    <a:pt x="5021793" y="1038248"/>
                  </a:cubicBezTo>
                  <a:cubicBezTo>
                    <a:pt x="4984058" y="978660"/>
                    <a:pt x="4939336" y="922821"/>
                    <a:pt x="4888960" y="872445"/>
                  </a:cubicBezTo>
                  <a:cubicBezTo>
                    <a:pt x="4838584" y="822069"/>
                    <a:pt x="4782744" y="777347"/>
                    <a:pt x="4723157" y="739612"/>
                  </a:cubicBezTo>
                  <a:cubicBezTo>
                    <a:pt x="4291054" y="465943"/>
                    <a:pt x="3839575" y="254910"/>
                    <a:pt x="3398324" y="116169"/>
                  </a:cubicBezTo>
                  <a:cubicBezTo>
                    <a:pt x="3190467" y="50801"/>
                    <a:pt x="2981149" y="13702"/>
                    <a:pt x="2769290" y="1314"/>
                  </a:cubicBezTo>
                  <a:cubicBezTo>
                    <a:pt x="2646494" y="-5864"/>
                    <a:pt x="2527447" y="16052"/>
                    <a:pt x="2427393" y="74877"/>
                  </a:cubicBezTo>
                  <a:cubicBezTo>
                    <a:pt x="2170431" y="224925"/>
                    <a:pt x="1932908" y="407499"/>
                    <a:pt x="1719397" y="617960"/>
                  </a:cubicBezTo>
                  <a:cubicBezTo>
                    <a:pt x="1714251" y="622534"/>
                    <a:pt x="1588597" y="747680"/>
                    <a:pt x="1583388" y="752445"/>
                  </a:cubicBezTo>
                  <a:cubicBezTo>
                    <a:pt x="1568205" y="766357"/>
                    <a:pt x="1188003" y="1145924"/>
                    <a:pt x="1172629" y="1161298"/>
                  </a:cubicBezTo>
                  <a:close/>
                </a:path>
              </a:pathLst>
            </a:custGeom>
            <a:solidFill>
              <a:srgbClr val="D4DAD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463764" y="713202"/>
              <a:ext cx="5464053" cy="5443482"/>
            </a:xfrm>
            <a:custGeom>
              <a:rect b="b" l="l" r="r" t="t"/>
              <a:pathLst>
                <a:path extrusionOk="0" h="5443482" w="5464053">
                  <a:moveTo>
                    <a:pt x="1118374" y="1098616"/>
                  </a:moveTo>
                  <a:cubicBezTo>
                    <a:pt x="1075303" y="1141686"/>
                    <a:pt x="742936" y="1476595"/>
                    <a:pt x="705963" y="1518522"/>
                  </a:cubicBezTo>
                  <a:cubicBezTo>
                    <a:pt x="692877" y="1533324"/>
                    <a:pt x="583930" y="1644367"/>
                    <a:pt x="571797" y="1658851"/>
                  </a:cubicBezTo>
                  <a:cubicBezTo>
                    <a:pt x="404469" y="1836152"/>
                    <a:pt x="258678" y="2022219"/>
                    <a:pt x="137534" y="2210574"/>
                  </a:cubicBezTo>
                  <a:cubicBezTo>
                    <a:pt x="99291" y="2270034"/>
                    <a:pt x="66067" y="2329431"/>
                    <a:pt x="38878" y="2389590"/>
                  </a:cubicBezTo>
                  <a:cubicBezTo>
                    <a:pt x="-9211" y="2495996"/>
                    <a:pt x="-9656" y="2615869"/>
                    <a:pt x="20963" y="2740062"/>
                  </a:cubicBezTo>
                  <a:cubicBezTo>
                    <a:pt x="156528" y="3289625"/>
                    <a:pt x="401484" y="3878701"/>
                    <a:pt x="768282" y="4431313"/>
                  </a:cubicBezTo>
                  <a:cubicBezTo>
                    <a:pt x="802777" y="4483214"/>
                    <a:pt x="842735" y="4532256"/>
                    <a:pt x="887266" y="4576787"/>
                  </a:cubicBezTo>
                  <a:cubicBezTo>
                    <a:pt x="935546" y="4625067"/>
                    <a:pt x="988336" y="4668582"/>
                    <a:pt x="1043985" y="4706571"/>
                  </a:cubicBezTo>
                  <a:cubicBezTo>
                    <a:pt x="1456332" y="4988181"/>
                    <a:pt x="1884433" y="5207727"/>
                    <a:pt x="2284519" y="5351169"/>
                  </a:cubicBezTo>
                  <a:cubicBezTo>
                    <a:pt x="2481513" y="5421809"/>
                    <a:pt x="2679015" y="5434261"/>
                    <a:pt x="2883378" y="5443027"/>
                  </a:cubicBezTo>
                  <a:cubicBezTo>
                    <a:pt x="2993786" y="5447792"/>
                    <a:pt x="3102289" y="5414885"/>
                    <a:pt x="3196243" y="5358220"/>
                  </a:cubicBezTo>
                  <a:cubicBezTo>
                    <a:pt x="3429892" y="5217383"/>
                    <a:pt x="3651343" y="5046816"/>
                    <a:pt x="3854309" y="4849949"/>
                  </a:cubicBezTo>
                  <a:cubicBezTo>
                    <a:pt x="3864600" y="4840801"/>
                    <a:pt x="3971387" y="4735094"/>
                    <a:pt x="3981805" y="4725502"/>
                  </a:cubicBezTo>
                  <a:cubicBezTo>
                    <a:pt x="4012107" y="4697741"/>
                    <a:pt x="4334755" y="4376363"/>
                    <a:pt x="4365502" y="4345617"/>
                  </a:cubicBezTo>
                  <a:cubicBezTo>
                    <a:pt x="4396248" y="4314870"/>
                    <a:pt x="4717562" y="3992285"/>
                    <a:pt x="4745323" y="3961984"/>
                  </a:cubicBezTo>
                  <a:cubicBezTo>
                    <a:pt x="4754916" y="3951502"/>
                    <a:pt x="4860686" y="3844715"/>
                    <a:pt x="4869834" y="3834423"/>
                  </a:cubicBezTo>
                  <a:cubicBezTo>
                    <a:pt x="5066701" y="3631458"/>
                    <a:pt x="5237204" y="3410070"/>
                    <a:pt x="5378105" y="3176422"/>
                  </a:cubicBezTo>
                  <a:cubicBezTo>
                    <a:pt x="5434770" y="3082467"/>
                    <a:pt x="5458910" y="2973965"/>
                    <a:pt x="5462912" y="2863557"/>
                  </a:cubicBezTo>
                  <a:cubicBezTo>
                    <a:pt x="5470345" y="2659130"/>
                    <a:pt x="5441695" y="2461755"/>
                    <a:pt x="5371054" y="2264761"/>
                  </a:cubicBezTo>
                  <a:cubicBezTo>
                    <a:pt x="5227612" y="1864675"/>
                    <a:pt x="5008067" y="1436510"/>
                    <a:pt x="4726456" y="1024163"/>
                  </a:cubicBezTo>
                  <a:cubicBezTo>
                    <a:pt x="4688468" y="968515"/>
                    <a:pt x="4644952" y="915725"/>
                    <a:pt x="4596609" y="867445"/>
                  </a:cubicBezTo>
                  <a:cubicBezTo>
                    <a:pt x="4548330" y="819165"/>
                    <a:pt x="4495540" y="775650"/>
                    <a:pt x="4439891" y="737598"/>
                  </a:cubicBezTo>
                  <a:cubicBezTo>
                    <a:pt x="4027544" y="455988"/>
                    <a:pt x="3599443" y="236442"/>
                    <a:pt x="3199356" y="93000"/>
                  </a:cubicBezTo>
                  <a:cubicBezTo>
                    <a:pt x="3002362" y="22360"/>
                    <a:pt x="2804924" y="-6291"/>
                    <a:pt x="2600498" y="1142"/>
                  </a:cubicBezTo>
                  <a:cubicBezTo>
                    <a:pt x="2490089" y="5144"/>
                    <a:pt x="2381587" y="29284"/>
                    <a:pt x="2287696" y="85949"/>
                  </a:cubicBezTo>
                  <a:cubicBezTo>
                    <a:pt x="2054047" y="226849"/>
                    <a:pt x="1832596" y="397353"/>
                    <a:pt x="1629631" y="594220"/>
                  </a:cubicBezTo>
                  <a:cubicBezTo>
                    <a:pt x="1619339" y="603368"/>
                    <a:pt x="1512552" y="709075"/>
                    <a:pt x="1502134" y="718667"/>
                  </a:cubicBezTo>
                  <a:cubicBezTo>
                    <a:pt x="1471832" y="746428"/>
                    <a:pt x="1149184" y="1067742"/>
                    <a:pt x="1118437" y="1098489"/>
                  </a:cubicBezTo>
                  <a:close/>
                </a:path>
              </a:pathLst>
            </a:custGeom>
            <a:solidFill>
              <a:srgbClr val="AAB5B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672661" y="859005"/>
              <a:ext cx="5180311" cy="5160757"/>
            </a:xfrm>
            <a:custGeom>
              <a:rect b="b" l="l" r="r" t="t"/>
              <a:pathLst>
                <a:path extrusionOk="0" h="5160757" w="5180311">
                  <a:moveTo>
                    <a:pt x="1066640" y="1047149"/>
                  </a:moveTo>
                  <a:cubicBezTo>
                    <a:pt x="1002034" y="1111755"/>
                    <a:pt x="722393" y="1395271"/>
                    <a:pt x="666998" y="1458034"/>
                  </a:cubicBezTo>
                  <a:cubicBezTo>
                    <a:pt x="647369" y="1480268"/>
                    <a:pt x="556146" y="1574541"/>
                    <a:pt x="537977" y="1596267"/>
                  </a:cubicBezTo>
                  <a:cubicBezTo>
                    <a:pt x="373890" y="1775283"/>
                    <a:pt x="233116" y="1958428"/>
                    <a:pt x="119278" y="2137000"/>
                  </a:cubicBezTo>
                  <a:cubicBezTo>
                    <a:pt x="81543" y="2196142"/>
                    <a:pt x="50543" y="2254586"/>
                    <a:pt x="27610" y="2313411"/>
                  </a:cubicBezTo>
                  <a:cubicBezTo>
                    <a:pt x="-14000" y="2420007"/>
                    <a:pt x="-5297" y="2534545"/>
                    <a:pt x="31866" y="2653592"/>
                  </a:cubicBezTo>
                  <a:cubicBezTo>
                    <a:pt x="179183" y="3125145"/>
                    <a:pt x="425536" y="3655841"/>
                    <a:pt x="782742" y="4156298"/>
                  </a:cubicBezTo>
                  <a:cubicBezTo>
                    <a:pt x="815649" y="4202418"/>
                    <a:pt x="852685" y="4246442"/>
                    <a:pt x="893341" y="4287098"/>
                  </a:cubicBezTo>
                  <a:cubicBezTo>
                    <a:pt x="939525" y="4333281"/>
                    <a:pt x="989265" y="4375717"/>
                    <a:pt x="1040912" y="4413896"/>
                  </a:cubicBezTo>
                  <a:cubicBezTo>
                    <a:pt x="1433312" y="4703765"/>
                    <a:pt x="1838099" y="4932522"/>
                    <a:pt x="2197211" y="5079648"/>
                  </a:cubicBezTo>
                  <a:cubicBezTo>
                    <a:pt x="2383342" y="5155942"/>
                    <a:pt x="2568266" y="5177160"/>
                    <a:pt x="2765895" y="5148573"/>
                  </a:cubicBezTo>
                  <a:cubicBezTo>
                    <a:pt x="2863662" y="5134407"/>
                    <a:pt x="2961936" y="5107218"/>
                    <a:pt x="3049665" y="5052522"/>
                  </a:cubicBezTo>
                  <a:cubicBezTo>
                    <a:pt x="3260317" y="4921341"/>
                    <a:pt x="3465315" y="4762336"/>
                    <a:pt x="3657736" y="4579000"/>
                  </a:cubicBezTo>
                  <a:cubicBezTo>
                    <a:pt x="3673236" y="4565278"/>
                    <a:pt x="3761092" y="4478946"/>
                    <a:pt x="3776720" y="4464590"/>
                  </a:cubicBezTo>
                  <a:cubicBezTo>
                    <a:pt x="3822204" y="4422917"/>
                    <a:pt x="4087234" y="4159856"/>
                    <a:pt x="4133354" y="4113736"/>
                  </a:cubicBezTo>
                  <a:cubicBezTo>
                    <a:pt x="4179474" y="4067616"/>
                    <a:pt x="4442535" y="3802649"/>
                    <a:pt x="4484144" y="3757165"/>
                  </a:cubicBezTo>
                  <a:cubicBezTo>
                    <a:pt x="4498501" y="3741474"/>
                    <a:pt x="4584896" y="3653554"/>
                    <a:pt x="4598618" y="3638053"/>
                  </a:cubicBezTo>
                  <a:cubicBezTo>
                    <a:pt x="4781890" y="3445634"/>
                    <a:pt x="4940896" y="3240635"/>
                    <a:pt x="5072077" y="3030047"/>
                  </a:cubicBezTo>
                  <a:cubicBezTo>
                    <a:pt x="5126709" y="2942318"/>
                    <a:pt x="5153962" y="2843979"/>
                    <a:pt x="5168128" y="2746213"/>
                  </a:cubicBezTo>
                  <a:cubicBezTo>
                    <a:pt x="5196715" y="2548584"/>
                    <a:pt x="5175497" y="2363724"/>
                    <a:pt x="5099202" y="2177593"/>
                  </a:cubicBezTo>
                  <a:cubicBezTo>
                    <a:pt x="4952013" y="1818481"/>
                    <a:pt x="4723320" y="1413693"/>
                    <a:pt x="4433387" y="1021230"/>
                  </a:cubicBezTo>
                  <a:cubicBezTo>
                    <a:pt x="4395208" y="969520"/>
                    <a:pt x="4352773" y="919843"/>
                    <a:pt x="4306589" y="873659"/>
                  </a:cubicBezTo>
                  <a:cubicBezTo>
                    <a:pt x="4260406" y="827476"/>
                    <a:pt x="4210729" y="785041"/>
                    <a:pt x="4159019" y="746862"/>
                  </a:cubicBezTo>
                  <a:cubicBezTo>
                    <a:pt x="3766619" y="456993"/>
                    <a:pt x="3361832" y="228236"/>
                    <a:pt x="3002720" y="81110"/>
                  </a:cubicBezTo>
                  <a:cubicBezTo>
                    <a:pt x="2816589" y="4815"/>
                    <a:pt x="2631665" y="-16402"/>
                    <a:pt x="2434036" y="12184"/>
                  </a:cubicBezTo>
                  <a:cubicBezTo>
                    <a:pt x="2336269" y="26351"/>
                    <a:pt x="2237994" y="53540"/>
                    <a:pt x="2150265" y="108235"/>
                  </a:cubicBezTo>
                  <a:cubicBezTo>
                    <a:pt x="1939613" y="239417"/>
                    <a:pt x="1734615" y="398422"/>
                    <a:pt x="1542195" y="581758"/>
                  </a:cubicBezTo>
                  <a:cubicBezTo>
                    <a:pt x="1526695" y="595479"/>
                    <a:pt x="1438838" y="681811"/>
                    <a:pt x="1423211" y="696168"/>
                  </a:cubicBezTo>
                  <a:cubicBezTo>
                    <a:pt x="1377726" y="737841"/>
                    <a:pt x="1112696" y="1000902"/>
                    <a:pt x="1066576" y="1047022"/>
                  </a:cubicBezTo>
                  <a:close/>
                </a:path>
              </a:pathLst>
            </a:custGeom>
            <a:solidFill>
              <a:srgbClr val="7F9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879053" y="998201"/>
              <a:ext cx="4906062" cy="4890876"/>
            </a:xfrm>
            <a:custGeom>
              <a:rect b="b" l="l" r="r" t="t"/>
              <a:pathLst>
                <a:path extrusionOk="0" h="4890876" w="4906062">
                  <a:moveTo>
                    <a:pt x="1017474" y="1002288"/>
                  </a:moveTo>
                  <a:cubicBezTo>
                    <a:pt x="931333" y="1088429"/>
                    <a:pt x="704418" y="1320490"/>
                    <a:pt x="630538" y="1404217"/>
                  </a:cubicBezTo>
                  <a:cubicBezTo>
                    <a:pt x="604365" y="1433883"/>
                    <a:pt x="530929" y="1511385"/>
                    <a:pt x="506662" y="1540353"/>
                  </a:cubicBezTo>
                  <a:cubicBezTo>
                    <a:pt x="345815" y="1721084"/>
                    <a:pt x="210123" y="1901371"/>
                    <a:pt x="103527" y="2070159"/>
                  </a:cubicBezTo>
                  <a:cubicBezTo>
                    <a:pt x="66364" y="2129048"/>
                    <a:pt x="37587" y="2186475"/>
                    <a:pt x="18783" y="2243966"/>
                  </a:cubicBezTo>
                  <a:cubicBezTo>
                    <a:pt x="-16220" y="2350817"/>
                    <a:pt x="615" y="2460145"/>
                    <a:pt x="45210" y="2573920"/>
                  </a:cubicBezTo>
                  <a:cubicBezTo>
                    <a:pt x="199896" y="2968352"/>
                    <a:pt x="451585" y="3440032"/>
                    <a:pt x="799707" y="3888080"/>
                  </a:cubicBezTo>
                  <a:cubicBezTo>
                    <a:pt x="831089" y="3928419"/>
                    <a:pt x="865203" y="3967488"/>
                    <a:pt x="901921" y="4004142"/>
                  </a:cubicBezTo>
                  <a:cubicBezTo>
                    <a:pt x="946071" y="4048293"/>
                    <a:pt x="992572" y="4089585"/>
                    <a:pt x="1040407" y="4127954"/>
                  </a:cubicBezTo>
                  <a:cubicBezTo>
                    <a:pt x="1412605" y="4426526"/>
                    <a:pt x="1793952" y="4665066"/>
                    <a:pt x="2112407" y="4814924"/>
                  </a:cubicBezTo>
                  <a:cubicBezTo>
                    <a:pt x="2287548" y="4897317"/>
                    <a:pt x="2460021" y="4912754"/>
                    <a:pt x="2650853" y="4860853"/>
                  </a:cubicBezTo>
                  <a:cubicBezTo>
                    <a:pt x="2735914" y="4837730"/>
                    <a:pt x="2824088" y="4806284"/>
                    <a:pt x="2905592" y="4753558"/>
                  </a:cubicBezTo>
                  <a:cubicBezTo>
                    <a:pt x="3093311" y="4632160"/>
                    <a:pt x="3281856" y="4484589"/>
                    <a:pt x="3463731" y="4314848"/>
                  </a:cubicBezTo>
                  <a:cubicBezTo>
                    <a:pt x="3484377" y="4296552"/>
                    <a:pt x="3553302" y="4229660"/>
                    <a:pt x="3574202" y="4210538"/>
                  </a:cubicBezTo>
                  <a:cubicBezTo>
                    <a:pt x="3634806" y="4155017"/>
                    <a:pt x="3842282" y="3950145"/>
                    <a:pt x="3903775" y="3888652"/>
                  </a:cubicBezTo>
                  <a:cubicBezTo>
                    <a:pt x="3965268" y="3827159"/>
                    <a:pt x="4170075" y="3619811"/>
                    <a:pt x="4225597" y="3559207"/>
                  </a:cubicBezTo>
                  <a:cubicBezTo>
                    <a:pt x="4244782" y="3538243"/>
                    <a:pt x="4311739" y="3469254"/>
                    <a:pt x="4330097" y="3448545"/>
                  </a:cubicBezTo>
                  <a:cubicBezTo>
                    <a:pt x="4499775" y="3266670"/>
                    <a:pt x="4647346" y="3078189"/>
                    <a:pt x="4768744" y="2890533"/>
                  </a:cubicBezTo>
                  <a:cubicBezTo>
                    <a:pt x="4821471" y="2809029"/>
                    <a:pt x="4852916" y="2720855"/>
                    <a:pt x="4876039" y="2635730"/>
                  </a:cubicBezTo>
                  <a:cubicBezTo>
                    <a:pt x="4927940" y="2444835"/>
                    <a:pt x="4912503" y="2272426"/>
                    <a:pt x="4830110" y="2097285"/>
                  </a:cubicBezTo>
                  <a:cubicBezTo>
                    <a:pt x="4680316" y="1778829"/>
                    <a:pt x="4441713" y="1397483"/>
                    <a:pt x="4143141" y="1025221"/>
                  </a:cubicBezTo>
                  <a:cubicBezTo>
                    <a:pt x="4104771" y="977450"/>
                    <a:pt x="4063479" y="930885"/>
                    <a:pt x="4019329" y="886735"/>
                  </a:cubicBezTo>
                  <a:cubicBezTo>
                    <a:pt x="3975178" y="842584"/>
                    <a:pt x="3928677" y="801292"/>
                    <a:pt x="3880842" y="762923"/>
                  </a:cubicBezTo>
                  <a:cubicBezTo>
                    <a:pt x="3508644" y="464351"/>
                    <a:pt x="3127298" y="225811"/>
                    <a:pt x="2808842" y="75953"/>
                  </a:cubicBezTo>
                  <a:cubicBezTo>
                    <a:pt x="2633701" y="-6440"/>
                    <a:pt x="2461228" y="-21877"/>
                    <a:pt x="2270396" y="30024"/>
                  </a:cubicBezTo>
                  <a:cubicBezTo>
                    <a:pt x="2185335" y="53147"/>
                    <a:pt x="2097161" y="84593"/>
                    <a:pt x="2015657" y="137319"/>
                  </a:cubicBezTo>
                  <a:cubicBezTo>
                    <a:pt x="1827938" y="258717"/>
                    <a:pt x="1639393" y="406288"/>
                    <a:pt x="1457518" y="576029"/>
                  </a:cubicBezTo>
                  <a:cubicBezTo>
                    <a:pt x="1436872" y="594325"/>
                    <a:pt x="1367947" y="661218"/>
                    <a:pt x="1347047" y="680339"/>
                  </a:cubicBezTo>
                  <a:cubicBezTo>
                    <a:pt x="1286443" y="735860"/>
                    <a:pt x="1078968" y="940732"/>
                    <a:pt x="1017474" y="1002225"/>
                  </a:cubicBezTo>
                  <a:close/>
                </a:path>
              </a:pathLst>
            </a:custGeom>
            <a:solidFill>
              <a:srgbClr val="556C7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2083377" y="1133417"/>
              <a:ext cx="4637698" cy="4628830"/>
            </a:xfrm>
            <a:custGeom>
              <a:rect b="b" l="l" r="r" t="t"/>
              <a:pathLst>
                <a:path extrusionOk="0" h="4628830" w="4637698">
                  <a:moveTo>
                    <a:pt x="970314" y="961408"/>
                  </a:moveTo>
                  <a:cubicBezTo>
                    <a:pt x="862638" y="1069085"/>
                    <a:pt x="688386" y="1249689"/>
                    <a:pt x="596083" y="1354380"/>
                  </a:cubicBezTo>
                  <a:cubicBezTo>
                    <a:pt x="563367" y="1391479"/>
                    <a:pt x="507718" y="1452273"/>
                    <a:pt x="477416" y="1488419"/>
                  </a:cubicBezTo>
                  <a:cubicBezTo>
                    <a:pt x="319808" y="1670866"/>
                    <a:pt x="189199" y="1848294"/>
                    <a:pt x="89781" y="2007236"/>
                  </a:cubicBezTo>
                  <a:cubicBezTo>
                    <a:pt x="53127" y="2065806"/>
                    <a:pt x="26763" y="2122345"/>
                    <a:pt x="12025" y="2178438"/>
                  </a:cubicBezTo>
                  <a:cubicBezTo>
                    <a:pt x="-16180" y="2285606"/>
                    <a:pt x="7324" y="2390170"/>
                    <a:pt x="60686" y="2498164"/>
                  </a:cubicBezTo>
                  <a:cubicBezTo>
                    <a:pt x="218357" y="2817191"/>
                    <a:pt x="479322" y="3228585"/>
                    <a:pt x="818805" y="3623780"/>
                  </a:cubicBezTo>
                  <a:cubicBezTo>
                    <a:pt x="848535" y="3658402"/>
                    <a:pt x="879790" y="3692388"/>
                    <a:pt x="912569" y="3725167"/>
                  </a:cubicBezTo>
                  <a:cubicBezTo>
                    <a:pt x="954623" y="3767222"/>
                    <a:pt x="998011" y="3807497"/>
                    <a:pt x="1041908" y="3845930"/>
                  </a:cubicBezTo>
                  <a:cubicBezTo>
                    <a:pt x="1393587" y="4153523"/>
                    <a:pt x="1751429" y="4402735"/>
                    <a:pt x="2029673" y="4554054"/>
                  </a:cubicBezTo>
                  <a:cubicBezTo>
                    <a:pt x="2193506" y="4643181"/>
                    <a:pt x="2354798" y="4654869"/>
                    <a:pt x="2537943" y="4577050"/>
                  </a:cubicBezTo>
                  <a:cubicBezTo>
                    <a:pt x="2610744" y="4546113"/>
                    <a:pt x="2688373" y="4509395"/>
                    <a:pt x="2763651" y="4458511"/>
                  </a:cubicBezTo>
                  <a:cubicBezTo>
                    <a:pt x="2928501" y="4347023"/>
                    <a:pt x="3100466" y="4210760"/>
                    <a:pt x="3271795" y="4054549"/>
                  </a:cubicBezTo>
                  <a:cubicBezTo>
                    <a:pt x="3297586" y="4031680"/>
                    <a:pt x="3347645" y="3984163"/>
                    <a:pt x="3373754" y="3960277"/>
                  </a:cubicBezTo>
                  <a:cubicBezTo>
                    <a:pt x="3449540" y="3890843"/>
                    <a:pt x="3599398" y="3744225"/>
                    <a:pt x="3676264" y="3667359"/>
                  </a:cubicBezTo>
                  <a:cubicBezTo>
                    <a:pt x="3753067" y="3590556"/>
                    <a:pt x="3899622" y="3440698"/>
                    <a:pt x="3969055" y="3364975"/>
                  </a:cubicBezTo>
                  <a:cubicBezTo>
                    <a:pt x="3993005" y="3338803"/>
                    <a:pt x="4040586" y="3288681"/>
                    <a:pt x="4063518" y="3262825"/>
                  </a:cubicBezTo>
                  <a:cubicBezTo>
                    <a:pt x="4219602" y="3091560"/>
                    <a:pt x="4355865" y="2919659"/>
                    <a:pt x="4467353" y="2754809"/>
                  </a:cubicBezTo>
                  <a:cubicBezTo>
                    <a:pt x="4518237" y="2679530"/>
                    <a:pt x="4554955" y="2601902"/>
                    <a:pt x="4585892" y="2529037"/>
                  </a:cubicBezTo>
                  <a:cubicBezTo>
                    <a:pt x="4663775" y="2345892"/>
                    <a:pt x="4652023" y="2184600"/>
                    <a:pt x="4562896" y="2020767"/>
                  </a:cubicBezTo>
                  <a:cubicBezTo>
                    <a:pt x="4411577" y="1742523"/>
                    <a:pt x="4162365" y="1384681"/>
                    <a:pt x="3854772" y="1033002"/>
                  </a:cubicBezTo>
                  <a:cubicBezTo>
                    <a:pt x="3816339" y="989042"/>
                    <a:pt x="3776064" y="945654"/>
                    <a:pt x="3734010" y="903663"/>
                  </a:cubicBezTo>
                  <a:cubicBezTo>
                    <a:pt x="3691955" y="861609"/>
                    <a:pt x="3648567" y="821334"/>
                    <a:pt x="3604671" y="782900"/>
                  </a:cubicBezTo>
                  <a:cubicBezTo>
                    <a:pt x="3252991" y="475308"/>
                    <a:pt x="2895150" y="226096"/>
                    <a:pt x="2616906" y="74777"/>
                  </a:cubicBezTo>
                  <a:cubicBezTo>
                    <a:pt x="2453073" y="-14350"/>
                    <a:pt x="2291780" y="-26039"/>
                    <a:pt x="2108635" y="51780"/>
                  </a:cubicBezTo>
                  <a:cubicBezTo>
                    <a:pt x="2035834" y="82718"/>
                    <a:pt x="1958206" y="119436"/>
                    <a:pt x="1882927" y="170320"/>
                  </a:cubicBezTo>
                  <a:cubicBezTo>
                    <a:pt x="1718078" y="281808"/>
                    <a:pt x="1546113" y="418071"/>
                    <a:pt x="1374784" y="574281"/>
                  </a:cubicBezTo>
                  <a:cubicBezTo>
                    <a:pt x="1348992" y="597151"/>
                    <a:pt x="1298934" y="644668"/>
                    <a:pt x="1272825" y="668554"/>
                  </a:cubicBezTo>
                  <a:cubicBezTo>
                    <a:pt x="1197038" y="737988"/>
                    <a:pt x="1047180" y="884605"/>
                    <a:pt x="970314" y="961472"/>
                  </a:cubicBezTo>
                  <a:close/>
                </a:path>
              </a:pathLst>
            </a:custGeom>
            <a:solidFill>
              <a:srgbClr val="2B47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2285804" y="1264112"/>
              <a:ext cx="4375636" cy="4375636"/>
            </a:xfrm>
            <a:custGeom>
              <a:rect b="b" l="l" r="r" t="t"/>
              <a:pathLst>
                <a:path extrusionOk="0" h="4375636" w="4375636">
                  <a:moveTo>
                    <a:pt x="2426866" y="77995"/>
                  </a:moveTo>
                  <a:cubicBezTo>
                    <a:pt x="2276183" y="-20724"/>
                    <a:pt x="2120290" y="-31142"/>
                    <a:pt x="1948770" y="77995"/>
                  </a:cubicBezTo>
                  <a:cubicBezTo>
                    <a:pt x="1662967" y="249515"/>
                    <a:pt x="1294009" y="556091"/>
                    <a:pt x="925050" y="925050"/>
                  </a:cubicBezTo>
                  <a:cubicBezTo>
                    <a:pt x="556091" y="1294009"/>
                    <a:pt x="249515" y="1662967"/>
                    <a:pt x="77995" y="1948770"/>
                  </a:cubicBezTo>
                  <a:cubicBezTo>
                    <a:pt x="-31142" y="2120227"/>
                    <a:pt x="-20724" y="2276183"/>
                    <a:pt x="77995" y="2426867"/>
                  </a:cubicBezTo>
                  <a:cubicBezTo>
                    <a:pt x="244306" y="2697106"/>
                    <a:pt x="556091" y="3081628"/>
                    <a:pt x="925050" y="3450587"/>
                  </a:cubicBezTo>
                  <a:cubicBezTo>
                    <a:pt x="1294009" y="3819545"/>
                    <a:pt x="1678531" y="4131331"/>
                    <a:pt x="1948770" y="4297642"/>
                  </a:cubicBezTo>
                  <a:cubicBezTo>
                    <a:pt x="2099454" y="4396361"/>
                    <a:pt x="2255346" y="4406779"/>
                    <a:pt x="2426866" y="4297642"/>
                  </a:cubicBezTo>
                  <a:cubicBezTo>
                    <a:pt x="2712670" y="4126185"/>
                    <a:pt x="3081628" y="3819545"/>
                    <a:pt x="3450587" y="3450587"/>
                  </a:cubicBezTo>
                  <a:cubicBezTo>
                    <a:pt x="3819545" y="3081628"/>
                    <a:pt x="4126122" y="2712670"/>
                    <a:pt x="4297641" y="2426867"/>
                  </a:cubicBezTo>
                  <a:cubicBezTo>
                    <a:pt x="4406779" y="2255410"/>
                    <a:pt x="4396361" y="2099517"/>
                    <a:pt x="4297641" y="1948770"/>
                  </a:cubicBezTo>
                  <a:cubicBezTo>
                    <a:pt x="4131330" y="1678531"/>
                    <a:pt x="3819545" y="1294009"/>
                    <a:pt x="3450587" y="925050"/>
                  </a:cubicBezTo>
                  <a:cubicBezTo>
                    <a:pt x="3081628" y="556091"/>
                    <a:pt x="2697106" y="244306"/>
                    <a:pt x="2426866" y="77995"/>
                  </a:cubicBezTo>
                  <a:close/>
                </a:path>
              </a:pathLst>
            </a:custGeom>
            <a:solidFill>
              <a:srgbClr val="0022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2"/>
          <p:cNvSpPr txBox="1"/>
          <p:nvPr/>
        </p:nvSpPr>
        <p:spPr>
          <a:xfrm>
            <a:off x="1645920" y="237744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EC7000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5486400" y="621792"/>
            <a:ext cx="256032" cy="256032"/>
          </a:xfrm>
          <a:prstGeom prst="ellipse">
            <a:avLst/>
          </a:prstGeom>
          <a:solidFill>
            <a:srgbClr val="EC7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5486400" y="62179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5897880" y="5943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Novo Comitê de 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486400" y="1280160"/>
            <a:ext cx="256032" cy="256032"/>
          </a:xfrm>
          <a:prstGeom prst="ellipse">
            <a:avLst/>
          </a:prstGeom>
          <a:solidFill>
            <a:srgbClr val="EC7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486400" y="12801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897880" y="125272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Padronização de Stacks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486400" y="1938527"/>
            <a:ext cx="256032" cy="256032"/>
          </a:xfrm>
          <a:prstGeom prst="ellipse">
            <a:avLst/>
          </a:prstGeom>
          <a:solidFill>
            <a:srgbClr val="EC7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5486400" y="1938527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5897880" y="1911095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Decisões Arquiteturais (ADR)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486400" y="2596896"/>
            <a:ext cx="256032" cy="256032"/>
          </a:xfrm>
          <a:prstGeom prst="ellipse">
            <a:avLst/>
          </a:prstGeom>
          <a:solidFill>
            <a:srgbClr val="EC7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5486400" y="259689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5897880" y="2569464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Auditoria de Aplicações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5486400" y="3255263"/>
            <a:ext cx="256032" cy="256032"/>
          </a:xfrm>
          <a:prstGeom prst="ellipse">
            <a:avLst/>
          </a:prstGeom>
          <a:solidFill>
            <a:srgbClr val="EC7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5486400" y="3255263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5897880" y="322783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Participação do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486400" y="3913632"/>
            <a:ext cx="256032" cy="256032"/>
          </a:xfrm>
          <a:prstGeom prst="ellipse">
            <a:avLst/>
          </a:prstGeom>
          <a:solidFill>
            <a:srgbClr val="EC7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5486400" y="39136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5897880" y="38862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Gestão de Débitos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486400" y="4572000"/>
            <a:ext cx="256032" cy="256032"/>
          </a:xfrm>
          <a:prstGeom prst="ellipse">
            <a:avLst/>
          </a:prstGeom>
          <a:solidFill>
            <a:srgbClr val="EC7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5486400" y="45720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5897880" y="454456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Canal de Comunicação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Forma  O conteúdo gerado por IA pode estar incorreto."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41218" t="0"/>
          <a:stretch/>
        </p:blipFill>
        <p:spPr>
          <a:xfrm rot="-4783187">
            <a:off x="6297341" y="-3923045"/>
            <a:ext cx="7880018" cy="766623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991343" y="3222111"/>
            <a:ext cx="7630028" cy="85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Fustat"/>
                <a:ea typeface="Fustat"/>
                <a:cs typeface="Fustat"/>
                <a:sym typeface="Fustat"/>
              </a:rPr>
              <a:t>Novo Comitê de Arquitetura TECHFIN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em preto e branco  O conteúdo gerado por IA pode estar incorreto.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4787611"/>
            <a:ext cx="1651231" cy="2070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Diagrama  O conteúdo gerado por IA pode estar incorreto." id="124" name="Google Shape;1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5997" y="1"/>
            <a:ext cx="2896004" cy="182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1026007" y="1371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F66D00"/>
                </a:solidFill>
                <a:highlight>
                  <a:srgbClr val="FFFFFF"/>
                </a:highlight>
                <a:latin typeface="Fustat"/>
                <a:ea typeface="Fustat"/>
                <a:cs typeface="Fustat"/>
                <a:sym typeface="Fustat"/>
              </a:rPr>
              <a:t>Objetivo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026000" y="2011674"/>
            <a:ext cx="4468800" cy="4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8444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um fórum recorrente, estruturado e colaborativo para discussão e tomada de decisões técnicas estratégicas. O comitê será o principal canal de governança arquitetural da TECHFIN, promovendo alinhamento entre squads e consistência nas escolhas tecnológicas.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Dinâmica: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Reuniões quinzenais com pauta estruturada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Participação de Lideran</a:t>
            </a:r>
            <a:r>
              <a:rPr lang="en-US"/>
              <a:t>ças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 e Arquitetos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Publicação de atas no Confluence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Escalation path para decisões críticas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026011" y="320040"/>
            <a:ext cx="98505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Novo Comitê de Arquitetura TECHFIN</a:t>
            </a:r>
            <a:endParaRPr b="1" i="0" sz="2400" u="none" cap="none" strike="noStrike">
              <a:solidFill>
                <a:srgbClr val="363636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6757874" y="1371600"/>
            <a:ext cx="461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Cultura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6757879" y="2011680"/>
            <a:ext cx="41187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Votação de itens e decisões arquiteturais </a:t>
            </a:r>
            <a:r>
              <a:rPr lang="en-US"/>
              <a:t>por deliberação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Ambiente seguro para dúvidas, sugestões e novas ideias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Temas podem ser propostos pelos participantes previamente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Registro e rastreabilidade de todas as decisões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em preto e branco  O conteúdo gerado por IA pode estar incorreto."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4787611"/>
            <a:ext cx="1651231" cy="2070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Diagrama  O conteúdo gerado por IA pode estar incorreto." id="135" name="Google Shape;1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5997" y="1"/>
            <a:ext cx="2896004" cy="182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 txBox="1"/>
          <p:nvPr/>
        </p:nvSpPr>
        <p:spPr>
          <a:xfrm>
            <a:off x="1026007" y="1371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F66D00"/>
                </a:solidFill>
                <a:highlight>
                  <a:srgbClr val="FFFFFF"/>
                </a:highlight>
                <a:latin typeface="Fustat"/>
                <a:ea typeface="Fustat"/>
                <a:cs typeface="Fustat"/>
                <a:sym typeface="Fustat"/>
              </a:rPr>
              <a:t>Formato do Comitê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1025999" y="2011680"/>
            <a:ext cx="4468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8444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Frequência: Quinzenal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Duração: 1:30h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Participantes: Arquitetos + Tech Leads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Artefatos: Atas + ADRs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1026011" y="320040"/>
            <a:ext cx="98505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Comitê de Arquitetura — Governança</a:t>
            </a:r>
            <a:endParaRPr b="1" i="0" sz="2400" u="none" cap="none" strike="noStrike">
              <a:solidFill>
                <a:srgbClr val="363636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6757874" y="1371600"/>
            <a:ext cx="461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Ritual da Reunião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6757879" y="2011680"/>
            <a:ext cx="41187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Abertura: Revisão de ações pendentes e validação da pauta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Temas Propostos: Discussão dos temas submetidos previamente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Deliberação: Votação de decisões com líderes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Encerramento: Registro de decisões e publicação da ata no Confluence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Forma  O conteúdo gerado por IA pode estar incorreto."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41218" t="0"/>
          <a:stretch/>
        </p:blipFill>
        <p:spPr>
          <a:xfrm rot="-4783187">
            <a:off x="6297341" y="-3923045"/>
            <a:ext cx="7880018" cy="766623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/>
          <p:nvPr/>
        </p:nvSpPr>
        <p:spPr>
          <a:xfrm>
            <a:off x="991343" y="3222111"/>
            <a:ext cx="7630028" cy="85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Fustat"/>
                <a:ea typeface="Fustat"/>
                <a:cs typeface="Fustat"/>
                <a:sym typeface="Fustat"/>
              </a:rPr>
              <a:t>Padronização de Stacks de 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em preto e branco  O conteúdo gerado por IA pode estar incorreto."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4820582"/>
            <a:ext cx="1651231" cy="2070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Diagrama  O conteúdo gerado por IA pode estar incorreto." id="153" name="Google Shape;15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5997" y="1"/>
            <a:ext cx="2896004" cy="182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1026007" y="1008917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F66D00"/>
                </a:solidFill>
                <a:highlight>
                  <a:srgbClr val="FFFFFF"/>
                </a:highlight>
                <a:latin typeface="Fustat"/>
                <a:ea typeface="Fustat"/>
                <a:cs typeface="Fustat"/>
                <a:sym typeface="Fustat"/>
              </a:rPr>
              <a:t>Problema Atual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1026000" y="1648992"/>
            <a:ext cx="5139600" cy="4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8444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Múltiplas versões de frameworks em produção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Decisões de stack isoladas por squad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Dificuldade de mobilidade entre 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Retrabalho em CI/CD e infraestrutura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Tech Radar: Adopt, Trial, Assess, Hold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Processo de proposição de novas tecnologias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Revisão semestral do radar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Templates de projeto por stack aprovada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• Ferramentas novas aprovadas pelo time de arquitetura</a:t>
            </a:r>
            <a:endParaRPr/>
          </a:p>
          <a:p>
            <a:pPr indent="0" lvl="0" marL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• Novas demandas passam pelo time de arquitetura</a:t>
            </a:r>
            <a:endParaRPr/>
          </a:p>
          <a:p>
            <a:pPr indent="0" lvl="0" marL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1026011" y="232117"/>
            <a:ext cx="9850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Padronização de Stacks de Desenvolvimento</a:t>
            </a:r>
            <a:endParaRPr b="1" i="0" sz="2400" u="none" cap="none" strike="noStrike">
              <a:solidFill>
                <a:srgbClr val="363636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6757874" y="1096840"/>
            <a:ext cx="461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Benefícios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6757879" y="1736920"/>
            <a:ext cx="41187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Redução de complexidade operacional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Onboarding acelerado de novos devs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Reutilização de componentes e libs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Menor superfície de vulnerabilidades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Forma  O conteúdo gerado por IA pode estar incorreto."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41218" t="0"/>
          <a:stretch/>
        </p:blipFill>
        <p:spPr>
          <a:xfrm rot="-4783187">
            <a:off x="6297341" y="-3923045"/>
            <a:ext cx="7880018" cy="766623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 txBox="1"/>
          <p:nvPr/>
        </p:nvSpPr>
        <p:spPr>
          <a:xfrm>
            <a:off x="991343" y="3222111"/>
            <a:ext cx="7630028" cy="85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Fustat"/>
                <a:ea typeface="Fustat"/>
                <a:cs typeface="Fustat"/>
                <a:sym typeface="Fustat"/>
              </a:rPr>
              <a:t>Padronização de Decisões Arquiteturais (ADR)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em preto e branco  O conteúdo gerado por IA pode estar incorreto." id="170" name="Google Shape;1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4787611"/>
            <a:ext cx="1651231" cy="2070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Diagrama  O conteúdo gerado por IA pode estar incorreto." id="171" name="Google Shape;1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5997" y="1"/>
            <a:ext cx="2896004" cy="182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 txBox="1"/>
          <p:nvPr/>
        </p:nvSpPr>
        <p:spPr>
          <a:xfrm>
            <a:off x="1026007" y="1371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F66D00"/>
                </a:solidFill>
                <a:highlight>
                  <a:srgbClr val="FFFFFF"/>
                </a:highlight>
                <a:latin typeface="Fustat"/>
                <a:ea typeface="Fustat"/>
                <a:cs typeface="Fustat"/>
                <a:sym typeface="Fustat"/>
              </a:rPr>
              <a:t>Estrutura do ADR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1025999" y="2011680"/>
            <a:ext cx="4468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8444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Título e número sequencial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Status: Proposto → Aprovado → Superseded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Contexto: problema ou necessidade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Decisão: solução escolhida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Alternativas consideradas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Consequências: trade-offs aceitos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• Publicação Geral de ADRs</a:t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1026011" y="320040"/>
            <a:ext cx="98505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Padronização de Decisões Arquiteturais (ADR)</a:t>
            </a:r>
            <a:endParaRPr b="1" i="0" sz="2400" u="none" cap="none" strike="noStrike">
              <a:solidFill>
                <a:srgbClr val="363636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6757874" y="1371600"/>
            <a:ext cx="461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Fluxo de Aprovação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6757879" y="2011680"/>
            <a:ext cx="41187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Dev/Tech Lead redige o ADR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Revisão pelo time de 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Discussão no comitê (se necessário)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Aprovação e merge no repositório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Comunicação aos times impactados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6. Publicação Geral de ADRs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Forma  O conteúdo gerado por IA pode estar incorreto." id="182" name="Google Shape;182;p10"/>
          <p:cNvPicPr preferRelativeResize="0"/>
          <p:nvPr/>
        </p:nvPicPr>
        <p:blipFill rotWithShape="1">
          <a:blip r:embed="rId3">
            <a:alphaModFix/>
          </a:blip>
          <a:srcRect b="0" l="0" r="41218" t="0"/>
          <a:stretch/>
        </p:blipFill>
        <p:spPr>
          <a:xfrm rot="-4783187">
            <a:off x="6297341" y="-3923045"/>
            <a:ext cx="7880018" cy="766623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/>
          <p:cNvSpPr txBox="1"/>
          <p:nvPr/>
        </p:nvSpPr>
        <p:spPr>
          <a:xfrm>
            <a:off x="991343" y="3222111"/>
            <a:ext cx="7630028" cy="85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Fustat"/>
                <a:ea typeface="Fustat"/>
                <a:cs typeface="Fustat"/>
                <a:sym typeface="Fustat"/>
              </a:rPr>
              <a:t>Novo Processo de Auditoria de Aplicações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em preto e branco  O conteúdo gerado por IA pode estar incorreto." id="188" name="Google Shape;1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4787611"/>
            <a:ext cx="1651231" cy="2070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Diagrama  O conteúdo gerado por IA pode estar incorreto." id="189" name="Google Shape;18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5997" y="1"/>
            <a:ext cx="2896004" cy="182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 txBox="1"/>
          <p:nvPr/>
        </p:nvSpPr>
        <p:spPr>
          <a:xfrm>
            <a:off x="1026007" y="1371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F66D00"/>
                </a:solidFill>
                <a:highlight>
                  <a:srgbClr val="FFFFFF"/>
                </a:highlight>
                <a:latin typeface="Fustat"/>
                <a:ea typeface="Fustat"/>
                <a:cs typeface="Fustat"/>
                <a:sym typeface="Fustat"/>
              </a:rPr>
              <a:t>Segurança e Qualidade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1025999" y="2011680"/>
            <a:ext cx="4468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8444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Segurança: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Análise de vulnerabilidades e dependências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Secrets expostos e conformidade OWASP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Qualidade de Código: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Cobertura de testes e complexidade ciclomática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Code smells e débito técnico mapeado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1026011" y="320040"/>
            <a:ext cx="98505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Auditoria de Aplicações — Dimensões</a:t>
            </a:r>
            <a:endParaRPr b="1" i="0" sz="2400" u="none" cap="none" strike="noStrike">
              <a:solidFill>
                <a:srgbClr val="363636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6757874" y="1371600"/>
            <a:ext cx="461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Infraestrutura e Arquitetura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6757879" y="2011680"/>
            <a:ext cx="41187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Infraestrutura: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Health checks, resource limits, observabilidade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Disaster recovery e custos de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Arquitetura: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Aderência aos padrões e acoplamento entre serviços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Consistência de APIs e documentação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em preto e branco  O conteúdo gerado por IA pode estar incorreto." id="199" name="Google Shape;1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4787611"/>
            <a:ext cx="1651231" cy="2070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Diagrama  O conteúdo gerado por IA pode estar incorreto." id="200" name="Google Shape;20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5997" y="1"/>
            <a:ext cx="2896004" cy="182905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2"/>
          <p:cNvSpPr txBox="1"/>
          <p:nvPr/>
        </p:nvSpPr>
        <p:spPr>
          <a:xfrm>
            <a:off x="1005840" y="32004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2233"/>
                </a:solidFill>
                <a:latin typeface="Arial"/>
                <a:ea typeface="Arial"/>
                <a:cs typeface="Arial"/>
                <a:sym typeface="Arial"/>
              </a:rPr>
              <a:t>Processo de Auditoria — Como Funciona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C7000"/>
                </a:solidFill>
                <a:latin typeface="Arial"/>
                <a:ea typeface="Arial"/>
                <a:cs typeface="Arial"/>
                <a:sym typeface="Arial"/>
              </a:rPr>
              <a:t>Etapas do Ciclo de Auditoria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1005840" y="2011680"/>
            <a:ext cx="4572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 Definição de Pontos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Checklist padrão com os itens a serem auditados em todas as aplicações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 Agendas com os 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Cronograma alinhado com cada squad, garantindo participação dos responsáveis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3. Adequação Caso a Caso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Ajuste conforme contexto da aplicação — stack, criticidade e maturidade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6766560" y="13716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2233"/>
                </a:solidFill>
                <a:latin typeface="Arial"/>
                <a:ea typeface="Arial"/>
                <a:cs typeface="Arial"/>
                <a:sym typeface="Arial"/>
              </a:rPr>
              <a:t>Consolidação e 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6766560" y="2011680"/>
            <a:ext cx="4114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4. Agendas de Equalização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Reuniões pós-auditoria para apresentar achados, discutir prioridades e alinhar expectativas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5. Plano de 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Construção colaborativa de um plano com prazos, responsáveis e acompanhamento — integrado ao backlog do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em preto e branco  O conteúdo gerado por IA pode estar incorreto." id="210" name="Google Shape;2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4787611"/>
            <a:ext cx="1651231" cy="2070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Diagrama  O conteúdo gerado por IA pode estar incorreto." id="211" name="Google Shape;21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5997" y="1"/>
            <a:ext cx="2896004" cy="182905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3"/>
          <p:cNvSpPr txBox="1"/>
          <p:nvPr/>
        </p:nvSpPr>
        <p:spPr>
          <a:xfrm>
            <a:off x="1026007" y="1371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F66D00"/>
                </a:solidFill>
                <a:highlight>
                  <a:srgbClr val="FFFFFF"/>
                </a:highlight>
                <a:latin typeface="Fustat"/>
                <a:ea typeface="Fustat"/>
                <a:cs typeface="Fustat"/>
                <a:sym typeface="Fustat"/>
              </a:rPr>
              <a:t>Ponto Zero e Produtividade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1025999" y="2011680"/>
            <a:ext cx="4468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8444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Estabelecer o "Ponto Zero": baseline de conformidade mínima antes de deploy em produção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Menor fricção entre equipes: colaboração em features transversais com menos atrito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Onboarding acelerado: devs novos encontram padrões conhecidos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1026011" y="320040"/>
            <a:ext cx="98505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 de Auditoria — Objetivos</a:t>
            </a:r>
            <a:endParaRPr b="1" i="0" sz="2400" u="none" cap="none" strike="noStrike">
              <a:solidFill>
                <a:srgbClr val="363636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215" name="Google Shape;215;p13"/>
          <p:cNvSpPr txBox="1"/>
          <p:nvPr/>
        </p:nvSpPr>
        <p:spPr>
          <a:xfrm>
            <a:off x="6757874" y="1371600"/>
            <a:ext cx="461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Visibilidade e Governança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>
            <a:off x="6757879" y="2011680"/>
            <a:ext cx="41187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Visibilidade de não conformidades: dashboards e relatórios objetivos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Cultura de melhoria contínua: aprendizados retroalimentam padrões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Governança de deploy (GKE, AWS, OCI, Oracle): resource limits, health probes, secrets e DR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Forma  O conteúdo gerado por IA pode estar incorreto." id="222" name="Google Shape;222;p14"/>
          <p:cNvPicPr preferRelativeResize="0"/>
          <p:nvPr/>
        </p:nvPicPr>
        <p:blipFill rotWithShape="1">
          <a:blip r:embed="rId3">
            <a:alphaModFix/>
          </a:blip>
          <a:srcRect b="0" l="0" r="41218" t="0"/>
          <a:stretch/>
        </p:blipFill>
        <p:spPr>
          <a:xfrm rot="-4783187">
            <a:off x="6297341" y="-3923045"/>
            <a:ext cx="7880018" cy="766623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4"/>
          <p:cNvSpPr txBox="1"/>
          <p:nvPr/>
        </p:nvSpPr>
        <p:spPr>
          <a:xfrm>
            <a:off x="991343" y="3222111"/>
            <a:ext cx="7630028" cy="85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Fustat"/>
                <a:ea typeface="Fustat"/>
                <a:cs typeface="Fustat"/>
                <a:sym typeface="Fustat"/>
              </a:rPr>
              <a:t>Maior Participação do Time de 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em preto e branco  O conteúdo gerado por IA pode estar incorreto." id="228" name="Google Shape;2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4787611"/>
            <a:ext cx="1651231" cy="2070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Diagrama  O conteúdo gerado por IA pode estar incorreto." id="229" name="Google Shape;2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5997" y="1"/>
            <a:ext cx="2896004" cy="182905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5"/>
          <p:cNvSpPr txBox="1"/>
          <p:nvPr/>
        </p:nvSpPr>
        <p:spPr>
          <a:xfrm>
            <a:off x="1026007" y="1371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F66D00"/>
                </a:solidFill>
                <a:highlight>
                  <a:srgbClr val="FFFFFF"/>
                </a:highlight>
                <a:latin typeface="Fustat"/>
                <a:ea typeface="Fustat"/>
                <a:cs typeface="Fustat"/>
                <a:sym typeface="Fustat"/>
              </a:rPr>
              <a:t>Modelo de Atuação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1025999" y="2011680"/>
            <a:ext cx="4468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8444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Participação em refinamentos técnicos dos squads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Code reviews de PRs com impacto arquitetural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Apoio em design sessions e troubleshooting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1026011" y="320040"/>
            <a:ext cx="98505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Maior Participação do Time de Arquitetura</a:t>
            </a:r>
            <a:endParaRPr b="1" i="0" sz="2400" u="none" cap="none" strike="noStrike">
              <a:solidFill>
                <a:srgbClr val="363636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6757874" y="1371600"/>
            <a:ext cx="461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Resultados Esperados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6757879" y="2011680"/>
            <a:ext cx="41187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Menos retrabalho por decisões desalinhadas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Padrões adotados organicamente pelos 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Redução de débito técnico recorrente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Feedback loop mais curto em decisões de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Cultura de engenharia mais colaborativa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Forma  O conteúdo gerado por IA pode estar incorreto." id="240" name="Google Shape;240;p16"/>
          <p:cNvPicPr preferRelativeResize="0"/>
          <p:nvPr/>
        </p:nvPicPr>
        <p:blipFill rotWithShape="1">
          <a:blip r:embed="rId3">
            <a:alphaModFix/>
          </a:blip>
          <a:srcRect b="0" l="0" r="41218" t="0"/>
          <a:stretch/>
        </p:blipFill>
        <p:spPr>
          <a:xfrm rot="-4783187">
            <a:off x="6297341" y="-3923045"/>
            <a:ext cx="7880018" cy="766623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6"/>
          <p:cNvSpPr txBox="1"/>
          <p:nvPr/>
        </p:nvSpPr>
        <p:spPr>
          <a:xfrm>
            <a:off x="991343" y="3222111"/>
            <a:ext cx="7630028" cy="85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Fustat"/>
                <a:ea typeface="Fustat"/>
                <a:cs typeface="Fustat"/>
                <a:sym typeface="Fustat"/>
              </a:rPr>
              <a:t>Gestão de Débitos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em preto e branco  O conteúdo gerado por IA pode estar incorreto." id="246" name="Google Shape;2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4787611"/>
            <a:ext cx="1651231" cy="2070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Diagrama  O conteúdo gerado por IA pode estar incorreto." id="247" name="Google Shape;2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5997" y="1"/>
            <a:ext cx="2896004" cy="182905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7"/>
          <p:cNvSpPr txBox="1"/>
          <p:nvPr/>
        </p:nvSpPr>
        <p:spPr>
          <a:xfrm>
            <a:off x="1026007" y="1371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F66D00"/>
                </a:solidFill>
                <a:highlight>
                  <a:srgbClr val="FFFFFF"/>
                </a:highlight>
                <a:latin typeface="Fustat"/>
                <a:ea typeface="Fustat"/>
                <a:cs typeface="Fustat"/>
                <a:sym typeface="Fustat"/>
              </a:rPr>
              <a:t>Processo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1025999" y="2011680"/>
            <a:ext cx="4468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8444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Registro centralizado em backlog dedicado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Classificação: Crítico, Alto, Médio, Baixo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Revisão trimestral pelo comitê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Capacity dedicada por sprint (ex: 20%)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Métricas: débitos criados vs. resolvidos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1026011" y="320040"/>
            <a:ext cx="98505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Gestão de Débitos Técnicos</a:t>
            </a:r>
            <a:endParaRPr b="1" i="0" sz="2400" u="none" cap="none" strike="noStrike">
              <a:solidFill>
                <a:srgbClr val="363636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251" name="Google Shape;251;p17"/>
          <p:cNvSpPr txBox="1"/>
          <p:nvPr/>
        </p:nvSpPr>
        <p:spPr>
          <a:xfrm>
            <a:off x="6757874" y="1371600"/>
            <a:ext cx="461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A8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Categorias</a:t>
            </a:r>
            <a:endParaRPr b="1" i="0" sz="1800" u="none" cap="none" strike="noStrike">
              <a:solidFill>
                <a:srgbClr val="EC7000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6757879" y="2011680"/>
            <a:ext cx="41187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Código: code smells, duplicação, complexidade</a:t>
            </a:r>
            <a:endParaRPr b="0" i="0" sz="1400" u="none" cap="none" strike="noStrike">
              <a:solidFill>
                <a:srgbClr val="484440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Dependências: libs desatualizadas, vulnerabilidades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Infraestrutura: configurações legacy, falta de IaC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Testes: baixa cobertura, testes frágeis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Documentação: APIs sem contrato, fluxos sem registro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em preto e branco  O conteúdo gerado por IA pode estar incorreto." id="257" name="Google Shape;2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4787611"/>
            <a:ext cx="1651231" cy="2070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Diagrama  O conteúdo gerado por IA pode estar incorreto." id="258" name="Google Shape;2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5997" y="1"/>
            <a:ext cx="2896004" cy="182905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8"/>
          <p:cNvSpPr txBox="1"/>
          <p:nvPr/>
        </p:nvSpPr>
        <p:spPr>
          <a:xfrm>
            <a:off x="1005840" y="32004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2233"/>
                </a:solidFill>
                <a:latin typeface="Arial"/>
                <a:ea typeface="Arial"/>
                <a:cs typeface="Arial"/>
                <a:sym typeface="Arial"/>
              </a:rPr>
              <a:t>Canal de Comunicação — Comunica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C7000"/>
                </a:solidFill>
                <a:latin typeface="Arial"/>
                <a:ea typeface="Arial"/>
                <a:cs typeface="Arial"/>
                <a:sym typeface="Arial"/>
              </a:rPr>
              <a:t>O que será publicado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1005840" y="2011680"/>
            <a:ext cx="4572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Decisões arquiteturais aprovadas (ADRs) e suas motivações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Atualizações do Tech Radar: novas tecnologias e mudanças de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Resultados consolidados de auditorias e planos de 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Comunicados sobre mudanças em padrões, libs ou guidelines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Calendário de reuniões do comitê e pautas futuras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6766560" y="13716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2233"/>
                </a:solidFill>
                <a:latin typeface="Arial"/>
                <a:ea typeface="Arial"/>
                <a:cs typeface="Arial"/>
                <a:sym typeface="Arial"/>
              </a:rPr>
              <a:t>Por que centralizar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6766560" y="2011680"/>
            <a:ext cx="4114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Fonte única de verdade para decisões técnicas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Transparência: qualquer dev pode consultar o histórico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Reduz ruído e retrabalho por falta de informação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Facilita onboarding: novos devs encontram tudo em um lugar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Engajamento: times acompanham a evolução da 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em preto e branco  O conteúdo gerado por IA pode estar incorreto." id="268" name="Google Shape;2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4787611"/>
            <a:ext cx="1651231" cy="2070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Diagrama  O conteúdo gerado por IA pode estar incorreto." id="269" name="Google Shape;2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5997" y="1"/>
            <a:ext cx="2896004" cy="182905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9"/>
          <p:cNvSpPr txBox="1"/>
          <p:nvPr/>
        </p:nvSpPr>
        <p:spPr>
          <a:xfrm>
            <a:off x="1005840" y="32004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2233"/>
                </a:solidFill>
                <a:latin typeface="Arial"/>
                <a:ea typeface="Arial"/>
                <a:cs typeface="Arial"/>
                <a:sym typeface="Arial"/>
              </a:rPr>
              <a:t>Próximos Passos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19"/>
          <p:cNvCxnSpPr/>
          <p:nvPr/>
        </p:nvCxnSpPr>
        <p:spPr>
          <a:xfrm>
            <a:off x="1371600" y="1508760"/>
            <a:ext cx="8686800" cy="0"/>
          </a:xfrm>
          <a:prstGeom prst="straightConnector1">
            <a:avLst/>
          </a:prstGeom>
          <a:noFill/>
          <a:ln cap="flat" cmpd="sng" w="38100">
            <a:solidFill>
              <a:srgbClr val="CCEB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2" name="Google Shape;272;p19"/>
          <p:cNvSpPr/>
          <p:nvPr/>
        </p:nvSpPr>
        <p:spPr>
          <a:xfrm>
            <a:off x="2011680" y="1371600"/>
            <a:ext cx="274320" cy="274320"/>
          </a:xfrm>
          <a:prstGeom prst="ellipse">
            <a:avLst/>
          </a:prstGeom>
          <a:solidFill>
            <a:srgbClr val="EC7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2011680" y="13716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1005840" y="1920240"/>
            <a:ext cx="2286000" cy="640080"/>
          </a:xfrm>
          <a:prstGeom prst="roundRect">
            <a:avLst>
              <a:gd fmla="val 8000" name="adj"/>
            </a:avLst>
          </a:prstGeom>
          <a:solidFill>
            <a:srgbClr val="EC7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1005840" y="19659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Mês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1005840" y="2240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Fundação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1143000" y="2788920"/>
            <a:ext cx="20116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Formalizar comitê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definir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Agendar primeira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reunião do comitê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4434840" y="1371600"/>
            <a:ext cx="274320" cy="274320"/>
          </a:xfrm>
          <a:prstGeom prst="ellipse">
            <a:avLst/>
          </a:prstGeom>
          <a:solidFill>
            <a:srgbClr val="0095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4434840" y="13716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3429000" y="1920240"/>
            <a:ext cx="2286000" cy="640080"/>
          </a:xfrm>
          <a:prstGeom prst="roundRect">
            <a:avLst>
              <a:gd fmla="val 8000" name="adj"/>
            </a:avLst>
          </a:prstGeom>
          <a:solidFill>
            <a:srgbClr val="0095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Mês 2-3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3429000" y="2240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Estruturação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3566160" y="2788920"/>
            <a:ext cx="20116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Publicar Tech Radar v1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Criar repositório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 ADRs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Definir checklist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 auditoria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6858000" y="1371600"/>
            <a:ext cx="274320" cy="274320"/>
          </a:xfrm>
          <a:prstGeom prst="ellipse">
            <a:avLst/>
          </a:prstGeom>
          <a:solidFill>
            <a:srgbClr val="0095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6858000" y="13716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5852160" y="1920240"/>
            <a:ext cx="2286000" cy="640080"/>
          </a:xfrm>
          <a:prstGeom prst="roundRect">
            <a:avLst>
              <a:gd fmla="val 8000" name="adj"/>
            </a:avLst>
          </a:prstGeom>
          <a:solidFill>
            <a:srgbClr val="0095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5852160" y="19659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Mês 4-6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5852160" y="2240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Operação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9"/>
          <p:cNvSpPr txBox="1"/>
          <p:nvPr/>
        </p:nvSpPr>
        <p:spPr>
          <a:xfrm>
            <a:off x="5989320" y="2788920"/>
            <a:ext cx="20116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Primeira rodada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auditorias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Primeiros ADRs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aprovados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Página no Comunica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9281159" y="1371600"/>
            <a:ext cx="274320" cy="274320"/>
          </a:xfrm>
          <a:prstGeom prst="ellipse">
            <a:avLst/>
          </a:prstGeom>
          <a:solidFill>
            <a:srgbClr val="0022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9281159" y="13716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8275319" y="1920240"/>
            <a:ext cx="2286000" cy="640080"/>
          </a:xfrm>
          <a:prstGeom prst="roundRect">
            <a:avLst>
              <a:gd fmla="val 8000" name="adj"/>
            </a:avLst>
          </a:prstGeom>
          <a:solidFill>
            <a:srgbClr val="0022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8275319" y="19659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Mês 7+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8275319" y="2240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Maturidade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9"/>
          <p:cNvSpPr txBox="1"/>
          <p:nvPr/>
        </p:nvSpPr>
        <p:spPr>
          <a:xfrm>
            <a:off x="8412480" y="2788920"/>
            <a:ext cx="20116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Métricas de aderência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Revisão do radar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Retrospectiva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ajustes contínuos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233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/>
          <p:nvPr/>
        </p:nvSpPr>
        <p:spPr>
          <a:xfrm>
            <a:off x="4881454" y="2436781"/>
            <a:ext cx="659020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6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obrigado</a:t>
            </a:r>
            <a:endParaRPr b="1" i="0" sz="4267" u="none" cap="none" strike="noStrike">
              <a:solidFill>
                <a:schemeClr val="lt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grpSp>
        <p:nvGrpSpPr>
          <p:cNvPr id="301" name="Google Shape;301;p20"/>
          <p:cNvGrpSpPr/>
          <p:nvPr/>
        </p:nvGrpSpPr>
        <p:grpSpPr>
          <a:xfrm>
            <a:off x="-3529264" y="-1588168"/>
            <a:ext cx="8367087" cy="8753763"/>
            <a:chOff x="1038310" y="393699"/>
            <a:chExt cx="6066768" cy="6066839"/>
          </a:xfrm>
        </p:grpSpPr>
        <p:sp>
          <p:nvSpPr>
            <p:cNvPr id="302" name="Google Shape;302;p20"/>
            <p:cNvSpPr/>
            <p:nvPr/>
          </p:nvSpPr>
          <p:spPr>
            <a:xfrm>
              <a:off x="1038310" y="393699"/>
              <a:ext cx="6066768" cy="6066839"/>
            </a:xfrm>
            <a:custGeom>
              <a:rect b="b" l="l" r="r" t="t"/>
              <a:pathLst>
                <a:path extrusionOk="0" h="6066839" w="6066768">
                  <a:moveTo>
                    <a:pt x="5997568" y="3497005"/>
                  </a:moveTo>
                  <a:cubicBezTo>
                    <a:pt x="6058298" y="3390726"/>
                    <a:pt x="6079008" y="3260815"/>
                    <a:pt x="6059887" y="3126077"/>
                  </a:cubicBezTo>
                  <a:cubicBezTo>
                    <a:pt x="5959579" y="2420240"/>
                    <a:pt x="5706937" y="1714023"/>
                    <a:pt x="5319810" y="1057736"/>
                  </a:cubicBezTo>
                  <a:cubicBezTo>
                    <a:pt x="5282393" y="994147"/>
                    <a:pt x="5236400" y="935258"/>
                    <a:pt x="5183927" y="882849"/>
                  </a:cubicBezTo>
                  <a:cubicBezTo>
                    <a:pt x="5131455" y="830377"/>
                    <a:pt x="5072630" y="784384"/>
                    <a:pt x="5009041" y="746967"/>
                  </a:cubicBezTo>
                  <a:cubicBezTo>
                    <a:pt x="4352754" y="359840"/>
                    <a:pt x="3646536" y="107198"/>
                    <a:pt x="2940700" y="6890"/>
                  </a:cubicBezTo>
                  <a:cubicBezTo>
                    <a:pt x="2805898" y="-12231"/>
                    <a:pt x="2676051" y="8415"/>
                    <a:pt x="2569772" y="69209"/>
                  </a:cubicBezTo>
                  <a:cubicBezTo>
                    <a:pt x="2289877" y="228977"/>
                    <a:pt x="2035837" y="423049"/>
                    <a:pt x="1811781" y="647105"/>
                  </a:cubicBezTo>
                  <a:lnTo>
                    <a:pt x="1667259" y="791626"/>
                  </a:lnTo>
                  <a:lnTo>
                    <a:pt x="1229439" y="1229447"/>
                  </a:lnTo>
                  <a:lnTo>
                    <a:pt x="791618" y="1667267"/>
                  </a:lnTo>
                  <a:lnTo>
                    <a:pt x="647096" y="1811789"/>
                  </a:lnTo>
                  <a:cubicBezTo>
                    <a:pt x="423040" y="2035845"/>
                    <a:pt x="228969" y="2289885"/>
                    <a:pt x="69201" y="2569780"/>
                  </a:cubicBezTo>
                  <a:cubicBezTo>
                    <a:pt x="8470" y="2676059"/>
                    <a:pt x="-12239" y="2805906"/>
                    <a:pt x="6882" y="2940708"/>
                  </a:cubicBezTo>
                  <a:cubicBezTo>
                    <a:pt x="107189" y="3646545"/>
                    <a:pt x="359832" y="4352699"/>
                    <a:pt x="746959" y="5009049"/>
                  </a:cubicBezTo>
                  <a:cubicBezTo>
                    <a:pt x="784376" y="5072638"/>
                    <a:pt x="830369" y="5131527"/>
                    <a:pt x="882777" y="5184000"/>
                  </a:cubicBezTo>
                  <a:cubicBezTo>
                    <a:pt x="935250" y="5236472"/>
                    <a:pt x="994138" y="5282465"/>
                    <a:pt x="1057728" y="5319818"/>
                  </a:cubicBezTo>
                  <a:cubicBezTo>
                    <a:pt x="1714014" y="5706945"/>
                    <a:pt x="2420232" y="5959651"/>
                    <a:pt x="3126068" y="6059958"/>
                  </a:cubicBezTo>
                  <a:cubicBezTo>
                    <a:pt x="3260871" y="6079080"/>
                    <a:pt x="3390718" y="6058370"/>
                    <a:pt x="3496996" y="5997639"/>
                  </a:cubicBezTo>
                  <a:cubicBezTo>
                    <a:pt x="3776892" y="5837872"/>
                    <a:pt x="4030932" y="5643800"/>
                    <a:pt x="4254988" y="5419744"/>
                  </a:cubicBezTo>
                  <a:lnTo>
                    <a:pt x="4399509" y="5275223"/>
                  </a:lnTo>
                  <a:lnTo>
                    <a:pt x="4837330" y="4837402"/>
                  </a:lnTo>
                  <a:lnTo>
                    <a:pt x="5275151" y="4399581"/>
                  </a:lnTo>
                  <a:lnTo>
                    <a:pt x="5419673" y="4255060"/>
                  </a:lnTo>
                  <a:cubicBezTo>
                    <a:pt x="5643728" y="4031004"/>
                    <a:pt x="5837800" y="3776963"/>
                    <a:pt x="5997568" y="34970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1252282" y="556121"/>
              <a:ext cx="5761404" cy="5750136"/>
            </a:xfrm>
            <a:custGeom>
              <a:rect b="b" l="l" r="r" t="t"/>
              <a:pathLst>
                <a:path extrusionOk="0" h="5750136" w="5761404">
                  <a:moveTo>
                    <a:pt x="1172629" y="1161361"/>
                  </a:moveTo>
                  <a:cubicBezTo>
                    <a:pt x="1151094" y="1182896"/>
                    <a:pt x="766000" y="1569261"/>
                    <a:pt x="747514" y="1590225"/>
                  </a:cubicBezTo>
                  <a:cubicBezTo>
                    <a:pt x="740971" y="1597657"/>
                    <a:pt x="614236" y="1725408"/>
                    <a:pt x="608138" y="1732650"/>
                  </a:cubicBezTo>
                  <a:cubicBezTo>
                    <a:pt x="437571" y="1908235"/>
                    <a:pt x="286506" y="2096971"/>
                    <a:pt x="158374" y="2295362"/>
                  </a:cubicBezTo>
                  <a:cubicBezTo>
                    <a:pt x="119560" y="2355077"/>
                    <a:pt x="84240" y="2415553"/>
                    <a:pt x="52794" y="2476983"/>
                  </a:cubicBezTo>
                  <a:cubicBezTo>
                    <a:pt x="-1648" y="2583325"/>
                    <a:pt x="-12002" y="2708281"/>
                    <a:pt x="12646" y="2837683"/>
                  </a:cubicBezTo>
                  <a:cubicBezTo>
                    <a:pt x="132392" y="3465446"/>
                    <a:pt x="379699" y="4112839"/>
                    <a:pt x="756344" y="4717479"/>
                  </a:cubicBezTo>
                  <a:cubicBezTo>
                    <a:pt x="792300" y="4775224"/>
                    <a:pt x="835243" y="4829157"/>
                    <a:pt x="883777" y="4877691"/>
                  </a:cubicBezTo>
                  <a:cubicBezTo>
                    <a:pt x="934153" y="4928067"/>
                    <a:pt x="989992" y="4972790"/>
                    <a:pt x="1049580" y="5010524"/>
                  </a:cubicBezTo>
                  <a:cubicBezTo>
                    <a:pt x="1481683" y="5284194"/>
                    <a:pt x="1933162" y="5495227"/>
                    <a:pt x="2374413" y="5633967"/>
                  </a:cubicBezTo>
                  <a:cubicBezTo>
                    <a:pt x="2582270" y="5699336"/>
                    <a:pt x="2791588" y="5736498"/>
                    <a:pt x="3003446" y="5748822"/>
                  </a:cubicBezTo>
                  <a:cubicBezTo>
                    <a:pt x="3126242" y="5756001"/>
                    <a:pt x="3245290" y="5734084"/>
                    <a:pt x="3345343" y="5675259"/>
                  </a:cubicBezTo>
                  <a:cubicBezTo>
                    <a:pt x="3602306" y="5525211"/>
                    <a:pt x="3839829" y="5342638"/>
                    <a:pt x="4053340" y="5132176"/>
                  </a:cubicBezTo>
                  <a:cubicBezTo>
                    <a:pt x="4058485" y="5127603"/>
                    <a:pt x="4184140" y="5002456"/>
                    <a:pt x="4189348" y="4997692"/>
                  </a:cubicBezTo>
                  <a:cubicBezTo>
                    <a:pt x="4204531" y="4983780"/>
                    <a:pt x="4584734" y="4604212"/>
                    <a:pt x="4600107" y="4588839"/>
                  </a:cubicBezTo>
                  <a:cubicBezTo>
                    <a:pt x="4615481" y="4573466"/>
                    <a:pt x="4995048" y="4193263"/>
                    <a:pt x="5008897" y="4178080"/>
                  </a:cubicBezTo>
                  <a:cubicBezTo>
                    <a:pt x="5013661" y="4172871"/>
                    <a:pt x="5138871" y="4047153"/>
                    <a:pt x="5143444" y="4042008"/>
                  </a:cubicBezTo>
                  <a:cubicBezTo>
                    <a:pt x="5353906" y="3828497"/>
                    <a:pt x="5536480" y="3590974"/>
                    <a:pt x="5686528" y="3334011"/>
                  </a:cubicBezTo>
                  <a:cubicBezTo>
                    <a:pt x="5745353" y="3233958"/>
                    <a:pt x="5767269" y="3114910"/>
                    <a:pt x="5760091" y="2992115"/>
                  </a:cubicBezTo>
                  <a:cubicBezTo>
                    <a:pt x="5747703" y="2780256"/>
                    <a:pt x="5710604" y="2571001"/>
                    <a:pt x="5645236" y="2363145"/>
                  </a:cubicBezTo>
                  <a:cubicBezTo>
                    <a:pt x="5506495" y="1921893"/>
                    <a:pt x="5295462" y="1470351"/>
                    <a:pt x="5021793" y="1038248"/>
                  </a:cubicBezTo>
                  <a:cubicBezTo>
                    <a:pt x="4984058" y="978660"/>
                    <a:pt x="4939336" y="922821"/>
                    <a:pt x="4888960" y="872445"/>
                  </a:cubicBezTo>
                  <a:cubicBezTo>
                    <a:pt x="4838584" y="822069"/>
                    <a:pt x="4782744" y="777347"/>
                    <a:pt x="4723157" y="739612"/>
                  </a:cubicBezTo>
                  <a:cubicBezTo>
                    <a:pt x="4291054" y="465943"/>
                    <a:pt x="3839575" y="254910"/>
                    <a:pt x="3398324" y="116169"/>
                  </a:cubicBezTo>
                  <a:cubicBezTo>
                    <a:pt x="3190467" y="50801"/>
                    <a:pt x="2981149" y="13702"/>
                    <a:pt x="2769290" y="1314"/>
                  </a:cubicBezTo>
                  <a:cubicBezTo>
                    <a:pt x="2646494" y="-5864"/>
                    <a:pt x="2527447" y="16052"/>
                    <a:pt x="2427393" y="74877"/>
                  </a:cubicBezTo>
                  <a:cubicBezTo>
                    <a:pt x="2170431" y="224925"/>
                    <a:pt x="1932908" y="407499"/>
                    <a:pt x="1719397" y="617960"/>
                  </a:cubicBezTo>
                  <a:cubicBezTo>
                    <a:pt x="1714251" y="622534"/>
                    <a:pt x="1588597" y="747680"/>
                    <a:pt x="1583388" y="752445"/>
                  </a:cubicBezTo>
                  <a:cubicBezTo>
                    <a:pt x="1568205" y="766357"/>
                    <a:pt x="1188003" y="1145924"/>
                    <a:pt x="1172629" y="1161298"/>
                  </a:cubicBezTo>
                  <a:close/>
                </a:path>
              </a:pathLst>
            </a:custGeom>
            <a:solidFill>
              <a:srgbClr val="D4DAD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1463764" y="713202"/>
              <a:ext cx="5464053" cy="5443482"/>
            </a:xfrm>
            <a:custGeom>
              <a:rect b="b" l="l" r="r" t="t"/>
              <a:pathLst>
                <a:path extrusionOk="0" h="5443482" w="5464053">
                  <a:moveTo>
                    <a:pt x="1118374" y="1098616"/>
                  </a:moveTo>
                  <a:cubicBezTo>
                    <a:pt x="1075303" y="1141686"/>
                    <a:pt x="742936" y="1476595"/>
                    <a:pt x="705963" y="1518522"/>
                  </a:cubicBezTo>
                  <a:cubicBezTo>
                    <a:pt x="692877" y="1533324"/>
                    <a:pt x="583930" y="1644367"/>
                    <a:pt x="571797" y="1658851"/>
                  </a:cubicBezTo>
                  <a:cubicBezTo>
                    <a:pt x="404469" y="1836152"/>
                    <a:pt x="258678" y="2022219"/>
                    <a:pt x="137534" y="2210574"/>
                  </a:cubicBezTo>
                  <a:cubicBezTo>
                    <a:pt x="99291" y="2270034"/>
                    <a:pt x="66067" y="2329431"/>
                    <a:pt x="38878" y="2389590"/>
                  </a:cubicBezTo>
                  <a:cubicBezTo>
                    <a:pt x="-9211" y="2495996"/>
                    <a:pt x="-9656" y="2615869"/>
                    <a:pt x="20963" y="2740062"/>
                  </a:cubicBezTo>
                  <a:cubicBezTo>
                    <a:pt x="156528" y="3289625"/>
                    <a:pt x="401484" y="3878701"/>
                    <a:pt x="768282" y="4431313"/>
                  </a:cubicBezTo>
                  <a:cubicBezTo>
                    <a:pt x="802777" y="4483214"/>
                    <a:pt x="842735" y="4532256"/>
                    <a:pt x="887266" y="4576787"/>
                  </a:cubicBezTo>
                  <a:cubicBezTo>
                    <a:pt x="935546" y="4625067"/>
                    <a:pt x="988336" y="4668582"/>
                    <a:pt x="1043985" y="4706571"/>
                  </a:cubicBezTo>
                  <a:cubicBezTo>
                    <a:pt x="1456332" y="4988181"/>
                    <a:pt x="1884433" y="5207727"/>
                    <a:pt x="2284519" y="5351169"/>
                  </a:cubicBezTo>
                  <a:cubicBezTo>
                    <a:pt x="2481513" y="5421809"/>
                    <a:pt x="2679015" y="5434261"/>
                    <a:pt x="2883378" y="5443027"/>
                  </a:cubicBezTo>
                  <a:cubicBezTo>
                    <a:pt x="2993786" y="5447792"/>
                    <a:pt x="3102289" y="5414885"/>
                    <a:pt x="3196243" y="5358220"/>
                  </a:cubicBezTo>
                  <a:cubicBezTo>
                    <a:pt x="3429892" y="5217383"/>
                    <a:pt x="3651343" y="5046816"/>
                    <a:pt x="3854309" y="4849949"/>
                  </a:cubicBezTo>
                  <a:cubicBezTo>
                    <a:pt x="3864600" y="4840801"/>
                    <a:pt x="3971387" y="4735094"/>
                    <a:pt x="3981805" y="4725502"/>
                  </a:cubicBezTo>
                  <a:cubicBezTo>
                    <a:pt x="4012107" y="4697741"/>
                    <a:pt x="4334755" y="4376363"/>
                    <a:pt x="4365502" y="4345617"/>
                  </a:cubicBezTo>
                  <a:cubicBezTo>
                    <a:pt x="4396248" y="4314870"/>
                    <a:pt x="4717562" y="3992285"/>
                    <a:pt x="4745323" y="3961984"/>
                  </a:cubicBezTo>
                  <a:cubicBezTo>
                    <a:pt x="4754916" y="3951502"/>
                    <a:pt x="4860686" y="3844715"/>
                    <a:pt x="4869834" y="3834423"/>
                  </a:cubicBezTo>
                  <a:cubicBezTo>
                    <a:pt x="5066701" y="3631458"/>
                    <a:pt x="5237204" y="3410070"/>
                    <a:pt x="5378105" y="3176422"/>
                  </a:cubicBezTo>
                  <a:cubicBezTo>
                    <a:pt x="5434770" y="3082467"/>
                    <a:pt x="5458910" y="2973965"/>
                    <a:pt x="5462912" y="2863557"/>
                  </a:cubicBezTo>
                  <a:cubicBezTo>
                    <a:pt x="5470345" y="2659130"/>
                    <a:pt x="5441695" y="2461755"/>
                    <a:pt x="5371054" y="2264761"/>
                  </a:cubicBezTo>
                  <a:cubicBezTo>
                    <a:pt x="5227612" y="1864675"/>
                    <a:pt x="5008067" y="1436510"/>
                    <a:pt x="4726456" y="1024163"/>
                  </a:cubicBezTo>
                  <a:cubicBezTo>
                    <a:pt x="4688468" y="968515"/>
                    <a:pt x="4644952" y="915725"/>
                    <a:pt x="4596609" y="867445"/>
                  </a:cubicBezTo>
                  <a:cubicBezTo>
                    <a:pt x="4548330" y="819165"/>
                    <a:pt x="4495540" y="775650"/>
                    <a:pt x="4439891" y="737598"/>
                  </a:cubicBezTo>
                  <a:cubicBezTo>
                    <a:pt x="4027544" y="455988"/>
                    <a:pt x="3599443" y="236442"/>
                    <a:pt x="3199356" y="93000"/>
                  </a:cubicBezTo>
                  <a:cubicBezTo>
                    <a:pt x="3002362" y="22360"/>
                    <a:pt x="2804924" y="-6291"/>
                    <a:pt x="2600498" y="1142"/>
                  </a:cubicBezTo>
                  <a:cubicBezTo>
                    <a:pt x="2490089" y="5144"/>
                    <a:pt x="2381587" y="29284"/>
                    <a:pt x="2287696" y="85949"/>
                  </a:cubicBezTo>
                  <a:cubicBezTo>
                    <a:pt x="2054047" y="226849"/>
                    <a:pt x="1832596" y="397353"/>
                    <a:pt x="1629631" y="594220"/>
                  </a:cubicBezTo>
                  <a:cubicBezTo>
                    <a:pt x="1619339" y="603368"/>
                    <a:pt x="1512552" y="709075"/>
                    <a:pt x="1502134" y="718667"/>
                  </a:cubicBezTo>
                  <a:cubicBezTo>
                    <a:pt x="1471832" y="746428"/>
                    <a:pt x="1149184" y="1067742"/>
                    <a:pt x="1118437" y="1098489"/>
                  </a:cubicBezTo>
                  <a:close/>
                </a:path>
              </a:pathLst>
            </a:custGeom>
            <a:solidFill>
              <a:srgbClr val="AAB5B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1672661" y="859005"/>
              <a:ext cx="5180311" cy="5160757"/>
            </a:xfrm>
            <a:custGeom>
              <a:rect b="b" l="l" r="r" t="t"/>
              <a:pathLst>
                <a:path extrusionOk="0" h="5160757" w="5180311">
                  <a:moveTo>
                    <a:pt x="1066640" y="1047149"/>
                  </a:moveTo>
                  <a:cubicBezTo>
                    <a:pt x="1002034" y="1111755"/>
                    <a:pt x="722393" y="1395271"/>
                    <a:pt x="666998" y="1458034"/>
                  </a:cubicBezTo>
                  <a:cubicBezTo>
                    <a:pt x="647369" y="1480268"/>
                    <a:pt x="556146" y="1574541"/>
                    <a:pt x="537977" y="1596267"/>
                  </a:cubicBezTo>
                  <a:cubicBezTo>
                    <a:pt x="373890" y="1775283"/>
                    <a:pt x="233116" y="1958428"/>
                    <a:pt x="119278" y="2137000"/>
                  </a:cubicBezTo>
                  <a:cubicBezTo>
                    <a:pt x="81543" y="2196142"/>
                    <a:pt x="50543" y="2254586"/>
                    <a:pt x="27610" y="2313411"/>
                  </a:cubicBezTo>
                  <a:cubicBezTo>
                    <a:pt x="-14000" y="2420007"/>
                    <a:pt x="-5297" y="2534545"/>
                    <a:pt x="31866" y="2653592"/>
                  </a:cubicBezTo>
                  <a:cubicBezTo>
                    <a:pt x="179183" y="3125145"/>
                    <a:pt x="425536" y="3655841"/>
                    <a:pt x="782742" y="4156298"/>
                  </a:cubicBezTo>
                  <a:cubicBezTo>
                    <a:pt x="815649" y="4202418"/>
                    <a:pt x="852685" y="4246442"/>
                    <a:pt x="893341" y="4287098"/>
                  </a:cubicBezTo>
                  <a:cubicBezTo>
                    <a:pt x="939525" y="4333281"/>
                    <a:pt x="989265" y="4375717"/>
                    <a:pt x="1040912" y="4413896"/>
                  </a:cubicBezTo>
                  <a:cubicBezTo>
                    <a:pt x="1433312" y="4703765"/>
                    <a:pt x="1838099" y="4932522"/>
                    <a:pt x="2197211" y="5079648"/>
                  </a:cubicBezTo>
                  <a:cubicBezTo>
                    <a:pt x="2383342" y="5155942"/>
                    <a:pt x="2568266" y="5177160"/>
                    <a:pt x="2765895" y="5148573"/>
                  </a:cubicBezTo>
                  <a:cubicBezTo>
                    <a:pt x="2863662" y="5134407"/>
                    <a:pt x="2961936" y="5107218"/>
                    <a:pt x="3049665" y="5052522"/>
                  </a:cubicBezTo>
                  <a:cubicBezTo>
                    <a:pt x="3260317" y="4921341"/>
                    <a:pt x="3465315" y="4762336"/>
                    <a:pt x="3657736" y="4579000"/>
                  </a:cubicBezTo>
                  <a:cubicBezTo>
                    <a:pt x="3673236" y="4565278"/>
                    <a:pt x="3761092" y="4478946"/>
                    <a:pt x="3776720" y="4464590"/>
                  </a:cubicBezTo>
                  <a:cubicBezTo>
                    <a:pt x="3822204" y="4422917"/>
                    <a:pt x="4087234" y="4159856"/>
                    <a:pt x="4133354" y="4113736"/>
                  </a:cubicBezTo>
                  <a:cubicBezTo>
                    <a:pt x="4179474" y="4067616"/>
                    <a:pt x="4442535" y="3802649"/>
                    <a:pt x="4484144" y="3757165"/>
                  </a:cubicBezTo>
                  <a:cubicBezTo>
                    <a:pt x="4498501" y="3741474"/>
                    <a:pt x="4584896" y="3653554"/>
                    <a:pt x="4598618" y="3638053"/>
                  </a:cubicBezTo>
                  <a:cubicBezTo>
                    <a:pt x="4781890" y="3445634"/>
                    <a:pt x="4940896" y="3240635"/>
                    <a:pt x="5072077" y="3030047"/>
                  </a:cubicBezTo>
                  <a:cubicBezTo>
                    <a:pt x="5126709" y="2942318"/>
                    <a:pt x="5153962" y="2843979"/>
                    <a:pt x="5168128" y="2746213"/>
                  </a:cubicBezTo>
                  <a:cubicBezTo>
                    <a:pt x="5196715" y="2548584"/>
                    <a:pt x="5175497" y="2363724"/>
                    <a:pt x="5099202" y="2177593"/>
                  </a:cubicBezTo>
                  <a:cubicBezTo>
                    <a:pt x="4952013" y="1818481"/>
                    <a:pt x="4723320" y="1413693"/>
                    <a:pt x="4433387" y="1021230"/>
                  </a:cubicBezTo>
                  <a:cubicBezTo>
                    <a:pt x="4395208" y="969520"/>
                    <a:pt x="4352773" y="919843"/>
                    <a:pt x="4306589" y="873659"/>
                  </a:cubicBezTo>
                  <a:cubicBezTo>
                    <a:pt x="4260406" y="827476"/>
                    <a:pt x="4210729" y="785041"/>
                    <a:pt x="4159019" y="746862"/>
                  </a:cubicBezTo>
                  <a:cubicBezTo>
                    <a:pt x="3766619" y="456993"/>
                    <a:pt x="3361832" y="228236"/>
                    <a:pt x="3002720" y="81110"/>
                  </a:cubicBezTo>
                  <a:cubicBezTo>
                    <a:pt x="2816589" y="4815"/>
                    <a:pt x="2631665" y="-16402"/>
                    <a:pt x="2434036" y="12184"/>
                  </a:cubicBezTo>
                  <a:cubicBezTo>
                    <a:pt x="2336269" y="26351"/>
                    <a:pt x="2237994" y="53540"/>
                    <a:pt x="2150265" y="108235"/>
                  </a:cubicBezTo>
                  <a:cubicBezTo>
                    <a:pt x="1939613" y="239417"/>
                    <a:pt x="1734615" y="398422"/>
                    <a:pt x="1542195" y="581758"/>
                  </a:cubicBezTo>
                  <a:cubicBezTo>
                    <a:pt x="1526695" y="595479"/>
                    <a:pt x="1438838" y="681811"/>
                    <a:pt x="1423211" y="696168"/>
                  </a:cubicBezTo>
                  <a:cubicBezTo>
                    <a:pt x="1377726" y="737841"/>
                    <a:pt x="1112696" y="1000902"/>
                    <a:pt x="1066576" y="1047022"/>
                  </a:cubicBezTo>
                  <a:close/>
                </a:path>
              </a:pathLst>
            </a:custGeom>
            <a:solidFill>
              <a:srgbClr val="7F9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1879053" y="998201"/>
              <a:ext cx="4906062" cy="4890876"/>
            </a:xfrm>
            <a:custGeom>
              <a:rect b="b" l="l" r="r" t="t"/>
              <a:pathLst>
                <a:path extrusionOk="0" h="4890876" w="4906062">
                  <a:moveTo>
                    <a:pt x="1017474" y="1002288"/>
                  </a:moveTo>
                  <a:cubicBezTo>
                    <a:pt x="931333" y="1088429"/>
                    <a:pt x="704418" y="1320490"/>
                    <a:pt x="630538" y="1404217"/>
                  </a:cubicBezTo>
                  <a:cubicBezTo>
                    <a:pt x="604365" y="1433883"/>
                    <a:pt x="530929" y="1511385"/>
                    <a:pt x="506662" y="1540353"/>
                  </a:cubicBezTo>
                  <a:cubicBezTo>
                    <a:pt x="345815" y="1721084"/>
                    <a:pt x="210123" y="1901371"/>
                    <a:pt x="103527" y="2070159"/>
                  </a:cubicBezTo>
                  <a:cubicBezTo>
                    <a:pt x="66364" y="2129048"/>
                    <a:pt x="37587" y="2186475"/>
                    <a:pt x="18783" y="2243966"/>
                  </a:cubicBezTo>
                  <a:cubicBezTo>
                    <a:pt x="-16220" y="2350817"/>
                    <a:pt x="615" y="2460145"/>
                    <a:pt x="45210" y="2573920"/>
                  </a:cubicBezTo>
                  <a:cubicBezTo>
                    <a:pt x="199896" y="2968352"/>
                    <a:pt x="451585" y="3440032"/>
                    <a:pt x="799707" y="3888080"/>
                  </a:cubicBezTo>
                  <a:cubicBezTo>
                    <a:pt x="831089" y="3928419"/>
                    <a:pt x="865203" y="3967488"/>
                    <a:pt x="901921" y="4004142"/>
                  </a:cubicBezTo>
                  <a:cubicBezTo>
                    <a:pt x="946071" y="4048293"/>
                    <a:pt x="992572" y="4089585"/>
                    <a:pt x="1040407" y="4127954"/>
                  </a:cubicBezTo>
                  <a:cubicBezTo>
                    <a:pt x="1412605" y="4426526"/>
                    <a:pt x="1793952" y="4665066"/>
                    <a:pt x="2112407" y="4814924"/>
                  </a:cubicBezTo>
                  <a:cubicBezTo>
                    <a:pt x="2287548" y="4897317"/>
                    <a:pt x="2460021" y="4912754"/>
                    <a:pt x="2650853" y="4860853"/>
                  </a:cubicBezTo>
                  <a:cubicBezTo>
                    <a:pt x="2735914" y="4837730"/>
                    <a:pt x="2824088" y="4806284"/>
                    <a:pt x="2905592" y="4753558"/>
                  </a:cubicBezTo>
                  <a:cubicBezTo>
                    <a:pt x="3093311" y="4632160"/>
                    <a:pt x="3281856" y="4484589"/>
                    <a:pt x="3463731" y="4314848"/>
                  </a:cubicBezTo>
                  <a:cubicBezTo>
                    <a:pt x="3484377" y="4296552"/>
                    <a:pt x="3553302" y="4229660"/>
                    <a:pt x="3574202" y="4210538"/>
                  </a:cubicBezTo>
                  <a:cubicBezTo>
                    <a:pt x="3634806" y="4155017"/>
                    <a:pt x="3842282" y="3950145"/>
                    <a:pt x="3903775" y="3888652"/>
                  </a:cubicBezTo>
                  <a:cubicBezTo>
                    <a:pt x="3965268" y="3827159"/>
                    <a:pt x="4170075" y="3619811"/>
                    <a:pt x="4225597" y="3559207"/>
                  </a:cubicBezTo>
                  <a:cubicBezTo>
                    <a:pt x="4244782" y="3538243"/>
                    <a:pt x="4311739" y="3469254"/>
                    <a:pt x="4330097" y="3448545"/>
                  </a:cubicBezTo>
                  <a:cubicBezTo>
                    <a:pt x="4499775" y="3266670"/>
                    <a:pt x="4647346" y="3078189"/>
                    <a:pt x="4768744" y="2890533"/>
                  </a:cubicBezTo>
                  <a:cubicBezTo>
                    <a:pt x="4821471" y="2809029"/>
                    <a:pt x="4852916" y="2720855"/>
                    <a:pt x="4876039" y="2635730"/>
                  </a:cubicBezTo>
                  <a:cubicBezTo>
                    <a:pt x="4927940" y="2444835"/>
                    <a:pt x="4912503" y="2272426"/>
                    <a:pt x="4830110" y="2097285"/>
                  </a:cubicBezTo>
                  <a:cubicBezTo>
                    <a:pt x="4680316" y="1778829"/>
                    <a:pt x="4441713" y="1397483"/>
                    <a:pt x="4143141" y="1025221"/>
                  </a:cubicBezTo>
                  <a:cubicBezTo>
                    <a:pt x="4104771" y="977450"/>
                    <a:pt x="4063479" y="930885"/>
                    <a:pt x="4019329" y="886735"/>
                  </a:cubicBezTo>
                  <a:cubicBezTo>
                    <a:pt x="3975178" y="842584"/>
                    <a:pt x="3928677" y="801292"/>
                    <a:pt x="3880842" y="762923"/>
                  </a:cubicBezTo>
                  <a:cubicBezTo>
                    <a:pt x="3508644" y="464351"/>
                    <a:pt x="3127298" y="225811"/>
                    <a:pt x="2808842" y="75953"/>
                  </a:cubicBezTo>
                  <a:cubicBezTo>
                    <a:pt x="2633701" y="-6440"/>
                    <a:pt x="2461228" y="-21877"/>
                    <a:pt x="2270396" y="30024"/>
                  </a:cubicBezTo>
                  <a:cubicBezTo>
                    <a:pt x="2185335" y="53147"/>
                    <a:pt x="2097161" y="84593"/>
                    <a:pt x="2015657" y="137319"/>
                  </a:cubicBezTo>
                  <a:cubicBezTo>
                    <a:pt x="1827938" y="258717"/>
                    <a:pt x="1639393" y="406288"/>
                    <a:pt x="1457518" y="576029"/>
                  </a:cubicBezTo>
                  <a:cubicBezTo>
                    <a:pt x="1436872" y="594325"/>
                    <a:pt x="1367947" y="661218"/>
                    <a:pt x="1347047" y="680339"/>
                  </a:cubicBezTo>
                  <a:cubicBezTo>
                    <a:pt x="1286443" y="735860"/>
                    <a:pt x="1078968" y="940732"/>
                    <a:pt x="1017474" y="1002225"/>
                  </a:cubicBezTo>
                  <a:close/>
                </a:path>
              </a:pathLst>
            </a:custGeom>
            <a:solidFill>
              <a:srgbClr val="556C7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2083377" y="1133417"/>
              <a:ext cx="4637698" cy="4628830"/>
            </a:xfrm>
            <a:custGeom>
              <a:rect b="b" l="l" r="r" t="t"/>
              <a:pathLst>
                <a:path extrusionOk="0" h="4628830" w="4637698">
                  <a:moveTo>
                    <a:pt x="970314" y="961408"/>
                  </a:moveTo>
                  <a:cubicBezTo>
                    <a:pt x="862638" y="1069085"/>
                    <a:pt x="688386" y="1249689"/>
                    <a:pt x="596083" y="1354380"/>
                  </a:cubicBezTo>
                  <a:cubicBezTo>
                    <a:pt x="563367" y="1391479"/>
                    <a:pt x="507718" y="1452273"/>
                    <a:pt x="477416" y="1488419"/>
                  </a:cubicBezTo>
                  <a:cubicBezTo>
                    <a:pt x="319808" y="1670866"/>
                    <a:pt x="189199" y="1848294"/>
                    <a:pt x="89781" y="2007236"/>
                  </a:cubicBezTo>
                  <a:cubicBezTo>
                    <a:pt x="53127" y="2065806"/>
                    <a:pt x="26763" y="2122345"/>
                    <a:pt x="12025" y="2178438"/>
                  </a:cubicBezTo>
                  <a:cubicBezTo>
                    <a:pt x="-16180" y="2285606"/>
                    <a:pt x="7324" y="2390170"/>
                    <a:pt x="60686" y="2498164"/>
                  </a:cubicBezTo>
                  <a:cubicBezTo>
                    <a:pt x="218357" y="2817191"/>
                    <a:pt x="479322" y="3228585"/>
                    <a:pt x="818805" y="3623780"/>
                  </a:cubicBezTo>
                  <a:cubicBezTo>
                    <a:pt x="848535" y="3658402"/>
                    <a:pt x="879790" y="3692388"/>
                    <a:pt x="912569" y="3725167"/>
                  </a:cubicBezTo>
                  <a:cubicBezTo>
                    <a:pt x="954623" y="3767222"/>
                    <a:pt x="998011" y="3807497"/>
                    <a:pt x="1041908" y="3845930"/>
                  </a:cubicBezTo>
                  <a:cubicBezTo>
                    <a:pt x="1393587" y="4153523"/>
                    <a:pt x="1751429" y="4402735"/>
                    <a:pt x="2029673" y="4554054"/>
                  </a:cubicBezTo>
                  <a:cubicBezTo>
                    <a:pt x="2193506" y="4643181"/>
                    <a:pt x="2354798" y="4654869"/>
                    <a:pt x="2537943" y="4577050"/>
                  </a:cubicBezTo>
                  <a:cubicBezTo>
                    <a:pt x="2610744" y="4546113"/>
                    <a:pt x="2688373" y="4509395"/>
                    <a:pt x="2763651" y="4458511"/>
                  </a:cubicBezTo>
                  <a:cubicBezTo>
                    <a:pt x="2928501" y="4347023"/>
                    <a:pt x="3100466" y="4210760"/>
                    <a:pt x="3271795" y="4054549"/>
                  </a:cubicBezTo>
                  <a:cubicBezTo>
                    <a:pt x="3297586" y="4031680"/>
                    <a:pt x="3347645" y="3984163"/>
                    <a:pt x="3373754" y="3960277"/>
                  </a:cubicBezTo>
                  <a:cubicBezTo>
                    <a:pt x="3449540" y="3890843"/>
                    <a:pt x="3599398" y="3744225"/>
                    <a:pt x="3676264" y="3667359"/>
                  </a:cubicBezTo>
                  <a:cubicBezTo>
                    <a:pt x="3753067" y="3590556"/>
                    <a:pt x="3899622" y="3440698"/>
                    <a:pt x="3969055" y="3364975"/>
                  </a:cubicBezTo>
                  <a:cubicBezTo>
                    <a:pt x="3993005" y="3338803"/>
                    <a:pt x="4040586" y="3288681"/>
                    <a:pt x="4063518" y="3262825"/>
                  </a:cubicBezTo>
                  <a:cubicBezTo>
                    <a:pt x="4219602" y="3091560"/>
                    <a:pt x="4355865" y="2919659"/>
                    <a:pt x="4467353" y="2754809"/>
                  </a:cubicBezTo>
                  <a:cubicBezTo>
                    <a:pt x="4518237" y="2679530"/>
                    <a:pt x="4554955" y="2601902"/>
                    <a:pt x="4585892" y="2529037"/>
                  </a:cubicBezTo>
                  <a:cubicBezTo>
                    <a:pt x="4663775" y="2345892"/>
                    <a:pt x="4652023" y="2184600"/>
                    <a:pt x="4562896" y="2020767"/>
                  </a:cubicBezTo>
                  <a:cubicBezTo>
                    <a:pt x="4411577" y="1742523"/>
                    <a:pt x="4162365" y="1384681"/>
                    <a:pt x="3854772" y="1033002"/>
                  </a:cubicBezTo>
                  <a:cubicBezTo>
                    <a:pt x="3816339" y="989042"/>
                    <a:pt x="3776064" y="945654"/>
                    <a:pt x="3734010" y="903663"/>
                  </a:cubicBezTo>
                  <a:cubicBezTo>
                    <a:pt x="3691955" y="861609"/>
                    <a:pt x="3648567" y="821334"/>
                    <a:pt x="3604671" y="782900"/>
                  </a:cubicBezTo>
                  <a:cubicBezTo>
                    <a:pt x="3252991" y="475308"/>
                    <a:pt x="2895150" y="226096"/>
                    <a:pt x="2616906" y="74777"/>
                  </a:cubicBezTo>
                  <a:cubicBezTo>
                    <a:pt x="2453073" y="-14350"/>
                    <a:pt x="2291780" y="-26039"/>
                    <a:pt x="2108635" y="51780"/>
                  </a:cubicBezTo>
                  <a:cubicBezTo>
                    <a:pt x="2035834" y="82718"/>
                    <a:pt x="1958206" y="119436"/>
                    <a:pt x="1882927" y="170320"/>
                  </a:cubicBezTo>
                  <a:cubicBezTo>
                    <a:pt x="1718078" y="281808"/>
                    <a:pt x="1546113" y="418071"/>
                    <a:pt x="1374784" y="574281"/>
                  </a:cubicBezTo>
                  <a:cubicBezTo>
                    <a:pt x="1348992" y="597151"/>
                    <a:pt x="1298934" y="644668"/>
                    <a:pt x="1272825" y="668554"/>
                  </a:cubicBezTo>
                  <a:cubicBezTo>
                    <a:pt x="1197038" y="737988"/>
                    <a:pt x="1047180" y="884605"/>
                    <a:pt x="970314" y="961472"/>
                  </a:cubicBezTo>
                  <a:close/>
                </a:path>
              </a:pathLst>
            </a:custGeom>
            <a:solidFill>
              <a:srgbClr val="2B47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2285804" y="1264112"/>
              <a:ext cx="4375636" cy="4375636"/>
            </a:xfrm>
            <a:custGeom>
              <a:rect b="b" l="l" r="r" t="t"/>
              <a:pathLst>
                <a:path extrusionOk="0" h="4375636" w="4375636">
                  <a:moveTo>
                    <a:pt x="2426866" y="77995"/>
                  </a:moveTo>
                  <a:cubicBezTo>
                    <a:pt x="2276183" y="-20724"/>
                    <a:pt x="2120290" y="-31142"/>
                    <a:pt x="1948770" y="77995"/>
                  </a:cubicBezTo>
                  <a:cubicBezTo>
                    <a:pt x="1662967" y="249515"/>
                    <a:pt x="1294009" y="556091"/>
                    <a:pt x="925050" y="925050"/>
                  </a:cubicBezTo>
                  <a:cubicBezTo>
                    <a:pt x="556091" y="1294009"/>
                    <a:pt x="249515" y="1662967"/>
                    <a:pt x="77995" y="1948770"/>
                  </a:cubicBezTo>
                  <a:cubicBezTo>
                    <a:pt x="-31142" y="2120227"/>
                    <a:pt x="-20724" y="2276183"/>
                    <a:pt x="77995" y="2426867"/>
                  </a:cubicBezTo>
                  <a:cubicBezTo>
                    <a:pt x="244306" y="2697106"/>
                    <a:pt x="556091" y="3081628"/>
                    <a:pt x="925050" y="3450587"/>
                  </a:cubicBezTo>
                  <a:cubicBezTo>
                    <a:pt x="1294009" y="3819545"/>
                    <a:pt x="1678531" y="4131331"/>
                    <a:pt x="1948770" y="4297642"/>
                  </a:cubicBezTo>
                  <a:cubicBezTo>
                    <a:pt x="2099454" y="4396361"/>
                    <a:pt x="2255346" y="4406779"/>
                    <a:pt x="2426866" y="4297642"/>
                  </a:cubicBezTo>
                  <a:cubicBezTo>
                    <a:pt x="2712670" y="4126185"/>
                    <a:pt x="3081628" y="3819545"/>
                    <a:pt x="3450587" y="3450587"/>
                  </a:cubicBezTo>
                  <a:cubicBezTo>
                    <a:pt x="3819545" y="3081628"/>
                    <a:pt x="4126122" y="2712670"/>
                    <a:pt x="4297641" y="2426867"/>
                  </a:cubicBezTo>
                  <a:cubicBezTo>
                    <a:pt x="4406779" y="2255410"/>
                    <a:pt x="4396361" y="2099517"/>
                    <a:pt x="4297641" y="1948770"/>
                  </a:cubicBezTo>
                  <a:cubicBezTo>
                    <a:pt x="4131330" y="1678531"/>
                    <a:pt x="3819545" y="1294009"/>
                    <a:pt x="3450587" y="925050"/>
                  </a:cubicBezTo>
                  <a:cubicBezTo>
                    <a:pt x="3081628" y="556091"/>
                    <a:pt x="2697106" y="244306"/>
                    <a:pt x="2426866" y="77995"/>
                  </a:cubicBezTo>
                  <a:close/>
                </a:path>
              </a:pathLst>
            </a:custGeom>
            <a:solidFill>
              <a:srgbClr val="0022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31CC74"/>
      </a:dk2>
      <a:lt2>
        <a:srgbClr val="E0E0E0"/>
      </a:lt2>
      <a:accent1>
        <a:srgbClr val="363636"/>
      </a:accent1>
      <a:accent2>
        <a:srgbClr val="424242"/>
      </a:accent2>
      <a:accent3>
        <a:srgbClr val="616161"/>
      </a:accent3>
      <a:accent4>
        <a:srgbClr val="E0E0E0"/>
      </a:accent4>
      <a:accent5>
        <a:srgbClr val="EC7000"/>
      </a:accent5>
      <a:accent6>
        <a:srgbClr val="E69138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Paulo Roberto Lopes da Silva</dc:creator>
</cp:coreProperties>
</file>